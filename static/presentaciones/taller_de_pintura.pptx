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Kandy Yum" charset="1" panose="00000000000000000000"/>
      <p:regular r:id="rId15"/>
    </p:embeddedFont>
    <p:embeddedFont>
      <p:font typeface="AlQuds Bold" charset="1" panose="02000000000000000000"/>
      <p:regular r:id="rId16"/>
    </p:embeddedFont>
    <p:embeddedFont>
      <p:font typeface="AlQuds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16.png" Type="http://schemas.openxmlformats.org/officeDocument/2006/relationships/image"/><Relationship Id="rId2" Target="../media/image1.jpeg" Type="http://schemas.openxmlformats.org/officeDocument/2006/relationships/image"/><Relationship Id="rId20" Target="../media/image17.sv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50.png" Type="http://schemas.openxmlformats.org/officeDocument/2006/relationships/image"/><Relationship Id="rId16" Target="../media/image51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5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2.png" Type="http://schemas.openxmlformats.org/officeDocument/2006/relationships/image"/><Relationship Id="rId2" Target="../media/image1.jpeg" Type="http://schemas.openxmlformats.org/officeDocument/2006/relationships/image"/><Relationship Id="rId20" Target="../media/image3.svg" Type="http://schemas.openxmlformats.org/officeDocument/2006/relationships/image"/><Relationship Id="rId21" Target="../media/image28.png" Type="http://schemas.openxmlformats.org/officeDocument/2006/relationships/image"/><Relationship Id="rId22" Target="../media/image29.sv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8704" y="2418522"/>
            <a:ext cx="11429860" cy="548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87"/>
              </a:lnSpc>
            </a:pPr>
            <a:r>
              <a:rPr lang="en-US" sz="20977" spc="230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TALLER DE PINTURA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89273">
            <a:off x="13836063" y="4864113"/>
            <a:ext cx="1758804" cy="2987352"/>
          </a:xfrm>
          <a:custGeom>
            <a:avLst/>
            <a:gdLst/>
            <a:ahLst/>
            <a:cxnLst/>
            <a:rect r="r" b="b" t="t" l="l"/>
            <a:pathLst>
              <a:path h="2987352" w="1758804">
                <a:moveTo>
                  <a:pt x="0" y="0"/>
                </a:moveTo>
                <a:lnTo>
                  <a:pt x="1758804" y="0"/>
                </a:lnTo>
                <a:lnTo>
                  <a:pt x="1758804" y="2987352"/>
                </a:lnTo>
                <a:lnTo>
                  <a:pt x="0" y="2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75209">
            <a:off x="2340432" y="576339"/>
            <a:ext cx="1933578" cy="2096020"/>
          </a:xfrm>
          <a:custGeom>
            <a:avLst/>
            <a:gdLst/>
            <a:ahLst/>
            <a:cxnLst/>
            <a:rect r="r" b="b" t="t" l="l"/>
            <a:pathLst>
              <a:path h="2096020" w="1933578">
                <a:moveTo>
                  <a:pt x="0" y="0"/>
                </a:moveTo>
                <a:lnTo>
                  <a:pt x="1933579" y="0"/>
                </a:lnTo>
                <a:lnTo>
                  <a:pt x="1933579" y="2096020"/>
                </a:lnTo>
                <a:lnTo>
                  <a:pt x="0" y="2096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2000">
            <a:off x="4333218" y="7540404"/>
            <a:ext cx="9381431" cy="257989"/>
          </a:xfrm>
          <a:custGeom>
            <a:avLst/>
            <a:gdLst/>
            <a:ahLst/>
            <a:cxnLst/>
            <a:rect r="r" b="b" t="t" l="l"/>
            <a:pathLst>
              <a:path h="257989" w="9381431">
                <a:moveTo>
                  <a:pt x="0" y="0"/>
                </a:moveTo>
                <a:lnTo>
                  <a:pt x="9381431" y="0"/>
                </a:lnTo>
                <a:lnTo>
                  <a:pt x="9381431" y="257989"/>
                </a:lnTo>
                <a:lnTo>
                  <a:pt x="0" y="2579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14628">
            <a:off x="692818" y="799343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7" y="0"/>
                </a:lnTo>
                <a:lnTo>
                  <a:pt x="981017" y="1812503"/>
                </a:lnTo>
                <a:lnTo>
                  <a:pt x="0" y="18125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470315">
            <a:off x="16728671" y="5028694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93556" y="8552625"/>
            <a:ext cx="5519713" cy="912776"/>
            <a:chOff x="0" y="0"/>
            <a:chExt cx="1173855" cy="1941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3855" cy="194116"/>
            </a:xfrm>
            <a:custGeom>
              <a:avLst/>
              <a:gdLst/>
              <a:ahLst/>
              <a:cxnLst/>
              <a:rect r="r" b="b" t="t" l="l"/>
              <a:pathLst>
                <a:path h="194116" w="1173855">
                  <a:moveTo>
                    <a:pt x="50493" y="0"/>
                  </a:moveTo>
                  <a:lnTo>
                    <a:pt x="1123362" y="0"/>
                  </a:lnTo>
                  <a:cubicBezTo>
                    <a:pt x="1151249" y="0"/>
                    <a:pt x="1173855" y="22607"/>
                    <a:pt x="1173855" y="50493"/>
                  </a:cubicBezTo>
                  <a:lnTo>
                    <a:pt x="1173855" y="143623"/>
                  </a:lnTo>
                  <a:cubicBezTo>
                    <a:pt x="1173855" y="157015"/>
                    <a:pt x="1168535" y="169858"/>
                    <a:pt x="1159066" y="179327"/>
                  </a:cubicBezTo>
                  <a:cubicBezTo>
                    <a:pt x="1149597" y="188797"/>
                    <a:pt x="1136753" y="194116"/>
                    <a:pt x="1123362" y="194116"/>
                  </a:cubicBezTo>
                  <a:lnTo>
                    <a:pt x="50493" y="194116"/>
                  </a:lnTo>
                  <a:cubicBezTo>
                    <a:pt x="22607" y="194116"/>
                    <a:pt x="0" y="171510"/>
                    <a:pt x="0" y="143623"/>
                  </a:cubicBezTo>
                  <a:lnTo>
                    <a:pt x="0" y="50493"/>
                  </a:lnTo>
                  <a:cubicBezTo>
                    <a:pt x="0" y="22607"/>
                    <a:pt x="22607" y="0"/>
                    <a:pt x="5049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3855" cy="2322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678832">
            <a:off x="561626" y="6305129"/>
            <a:ext cx="1846070" cy="3260168"/>
          </a:xfrm>
          <a:custGeom>
            <a:avLst/>
            <a:gdLst/>
            <a:ahLst/>
            <a:cxnLst/>
            <a:rect r="r" b="b" t="t" l="l"/>
            <a:pathLst>
              <a:path h="3260168" w="1846070">
                <a:moveTo>
                  <a:pt x="0" y="0"/>
                </a:moveTo>
                <a:lnTo>
                  <a:pt x="1846070" y="0"/>
                </a:lnTo>
                <a:lnTo>
                  <a:pt x="1846070" y="3260168"/>
                </a:lnTo>
                <a:lnTo>
                  <a:pt x="0" y="32601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604069" y="6340447"/>
            <a:ext cx="2109105" cy="3189573"/>
          </a:xfrm>
          <a:custGeom>
            <a:avLst/>
            <a:gdLst/>
            <a:ahLst/>
            <a:cxnLst/>
            <a:rect r="r" b="b" t="t" l="l"/>
            <a:pathLst>
              <a:path h="3189573" w="2109105">
                <a:moveTo>
                  <a:pt x="0" y="0"/>
                </a:moveTo>
                <a:lnTo>
                  <a:pt x="2109105" y="0"/>
                </a:lnTo>
                <a:lnTo>
                  <a:pt x="2109105" y="3189573"/>
                </a:lnTo>
                <a:lnTo>
                  <a:pt x="0" y="31895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43527" y="8088949"/>
            <a:ext cx="1378874" cy="1325442"/>
          </a:xfrm>
          <a:custGeom>
            <a:avLst/>
            <a:gdLst/>
            <a:ahLst/>
            <a:cxnLst/>
            <a:rect r="r" b="b" t="t" l="l"/>
            <a:pathLst>
              <a:path h="1325442" w="1378874">
                <a:moveTo>
                  <a:pt x="0" y="0"/>
                </a:moveTo>
                <a:lnTo>
                  <a:pt x="1378874" y="0"/>
                </a:lnTo>
                <a:lnTo>
                  <a:pt x="1378874" y="1325443"/>
                </a:lnTo>
                <a:lnTo>
                  <a:pt x="0" y="132544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470315">
            <a:off x="5198615" y="911804"/>
            <a:ext cx="719190" cy="741433"/>
          </a:xfrm>
          <a:custGeom>
            <a:avLst/>
            <a:gdLst/>
            <a:ahLst/>
            <a:cxnLst/>
            <a:rect r="r" b="b" t="t" l="l"/>
            <a:pathLst>
              <a:path h="741433" w="719190">
                <a:moveTo>
                  <a:pt x="0" y="0"/>
                </a:moveTo>
                <a:lnTo>
                  <a:pt x="719189" y="0"/>
                </a:lnTo>
                <a:lnTo>
                  <a:pt x="719189" y="741432"/>
                </a:lnTo>
                <a:lnTo>
                  <a:pt x="0" y="741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470315">
            <a:off x="2266610" y="6405024"/>
            <a:ext cx="581404" cy="599385"/>
          </a:xfrm>
          <a:custGeom>
            <a:avLst/>
            <a:gdLst/>
            <a:ahLst/>
            <a:cxnLst/>
            <a:rect r="r" b="b" t="t" l="l"/>
            <a:pathLst>
              <a:path h="599385" w="581404">
                <a:moveTo>
                  <a:pt x="0" y="0"/>
                </a:moveTo>
                <a:lnTo>
                  <a:pt x="581404" y="0"/>
                </a:lnTo>
                <a:lnTo>
                  <a:pt x="581404" y="599385"/>
                </a:lnTo>
                <a:lnTo>
                  <a:pt x="0" y="5993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859554">
            <a:off x="652764" y="3544590"/>
            <a:ext cx="3380657" cy="2235460"/>
          </a:xfrm>
          <a:custGeom>
            <a:avLst/>
            <a:gdLst/>
            <a:ahLst/>
            <a:cxnLst/>
            <a:rect r="r" b="b" t="t" l="l"/>
            <a:pathLst>
              <a:path h="2235460" w="3380657">
                <a:moveTo>
                  <a:pt x="0" y="0"/>
                </a:moveTo>
                <a:lnTo>
                  <a:pt x="3380658" y="0"/>
                </a:lnTo>
                <a:lnTo>
                  <a:pt x="3380658" y="2235459"/>
                </a:lnTo>
                <a:lnTo>
                  <a:pt x="0" y="22354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149474">
            <a:off x="15313770" y="842719"/>
            <a:ext cx="2279454" cy="3333753"/>
          </a:xfrm>
          <a:custGeom>
            <a:avLst/>
            <a:gdLst/>
            <a:ahLst/>
            <a:cxnLst/>
            <a:rect r="r" b="b" t="t" l="l"/>
            <a:pathLst>
              <a:path h="3333753" w="2279454">
                <a:moveTo>
                  <a:pt x="0" y="0"/>
                </a:moveTo>
                <a:lnTo>
                  <a:pt x="2279453" y="0"/>
                </a:lnTo>
                <a:lnTo>
                  <a:pt x="2279453" y="3333753"/>
                </a:lnTo>
                <a:lnTo>
                  <a:pt x="0" y="33337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37536" y="684154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79" y="0"/>
                </a:lnTo>
                <a:lnTo>
                  <a:pt x="1621279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4141721" y="7936802"/>
            <a:ext cx="1071288" cy="1979285"/>
          </a:xfrm>
          <a:custGeom>
            <a:avLst/>
            <a:gdLst/>
            <a:ahLst/>
            <a:cxnLst/>
            <a:rect r="r" b="b" t="t" l="l"/>
            <a:pathLst>
              <a:path h="1979285" w="1071288">
                <a:moveTo>
                  <a:pt x="0" y="0"/>
                </a:moveTo>
                <a:lnTo>
                  <a:pt x="1071288" y="0"/>
                </a:lnTo>
                <a:lnTo>
                  <a:pt x="1071288" y="1979286"/>
                </a:lnTo>
                <a:lnTo>
                  <a:pt x="0" y="19792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470315">
            <a:off x="17551614" y="667325"/>
            <a:ext cx="564166" cy="581614"/>
          </a:xfrm>
          <a:custGeom>
            <a:avLst/>
            <a:gdLst/>
            <a:ahLst/>
            <a:cxnLst/>
            <a:rect r="r" b="b" t="t" l="l"/>
            <a:pathLst>
              <a:path h="581614" w="564166">
                <a:moveTo>
                  <a:pt x="0" y="0"/>
                </a:moveTo>
                <a:lnTo>
                  <a:pt x="564166" y="0"/>
                </a:lnTo>
                <a:lnTo>
                  <a:pt x="564166" y="581614"/>
                </a:lnTo>
                <a:lnTo>
                  <a:pt x="0" y="581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632944">
            <a:off x="14101078" y="2797622"/>
            <a:ext cx="905362" cy="1661215"/>
          </a:xfrm>
          <a:custGeom>
            <a:avLst/>
            <a:gdLst/>
            <a:ahLst/>
            <a:cxnLst/>
            <a:rect r="r" b="b" t="t" l="l"/>
            <a:pathLst>
              <a:path h="1661215" w="905362">
                <a:moveTo>
                  <a:pt x="0" y="0"/>
                </a:moveTo>
                <a:lnTo>
                  <a:pt x="905362" y="0"/>
                </a:lnTo>
                <a:lnTo>
                  <a:pt x="905362" y="1661215"/>
                </a:lnTo>
                <a:lnTo>
                  <a:pt x="0" y="166121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619228" y="8794838"/>
            <a:ext cx="7068370" cy="42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2855" b="true">
                <a:solidFill>
                  <a:srgbClr val="000000"/>
                </a:solidFill>
                <a:latin typeface="AlQuds Bold"/>
                <a:ea typeface="AlQuds Bold"/>
                <a:cs typeface="AlQuds Bold"/>
                <a:sym typeface="AlQuds Bold"/>
              </a:rPr>
              <a:t>Equipo 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149732" y="792819"/>
            <a:ext cx="4007362" cy="912776"/>
            <a:chOff x="0" y="0"/>
            <a:chExt cx="852230" cy="1941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2230" cy="194116"/>
            </a:xfrm>
            <a:custGeom>
              <a:avLst/>
              <a:gdLst/>
              <a:ahLst/>
              <a:cxnLst/>
              <a:rect r="r" b="b" t="t" l="l"/>
              <a:pathLst>
                <a:path h="194116" w="852230">
                  <a:moveTo>
                    <a:pt x="69549" y="0"/>
                  </a:moveTo>
                  <a:lnTo>
                    <a:pt x="782680" y="0"/>
                  </a:lnTo>
                  <a:cubicBezTo>
                    <a:pt x="821091" y="0"/>
                    <a:pt x="852230" y="31138"/>
                    <a:pt x="852230" y="69549"/>
                  </a:cubicBezTo>
                  <a:lnTo>
                    <a:pt x="852230" y="124567"/>
                  </a:lnTo>
                  <a:cubicBezTo>
                    <a:pt x="852230" y="143013"/>
                    <a:pt x="844902" y="160703"/>
                    <a:pt x="831859" y="173746"/>
                  </a:cubicBezTo>
                  <a:cubicBezTo>
                    <a:pt x="818816" y="186789"/>
                    <a:pt x="801126" y="194116"/>
                    <a:pt x="782680" y="194116"/>
                  </a:cubicBezTo>
                  <a:lnTo>
                    <a:pt x="69549" y="194116"/>
                  </a:lnTo>
                  <a:cubicBezTo>
                    <a:pt x="31138" y="194116"/>
                    <a:pt x="0" y="162978"/>
                    <a:pt x="0" y="124567"/>
                  </a:cubicBezTo>
                  <a:lnTo>
                    <a:pt x="0" y="69549"/>
                  </a:lnTo>
                  <a:cubicBezTo>
                    <a:pt x="0" y="31138"/>
                    <a:pt x="31138" y="0"/>
                    <a:pt x="6954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52230" cy="2322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485776" y="1035031"/>
            <a:ext cx="3210235" cy="42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2855" b="true">
                <a:solidFill>
                  <a:srgbClr val="000000"/>
                </a:solidFill>
                <a:latin typeface="AlQuds Bold"/>
                <a:ea typeface="AlQuds Bold"/>
                <a:cs typeface="AlQuds Bold"/>
                <a:sym typeface="AlQuds Bold"/>
              </a:rPr>
              <a:t>Centro Borcelle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1099" y="1540434"/>
            <a:ext cx="10490894" cy="2452247"/>
          </a:xfrm>
          <a:custGeom>
            <a:avLst/>
            <a:gdLst/>
            <a:ahLst/>
            <a:cxnLst/>
            <a:rect r="r" b="b" t="t" l="l"/>
            <a:pathLst>
              <a:path h="2452247" w="10490894">
                <a:moveTo>
                  <a:pt x="0" y="0"/>
                </a:moveTo>
                <a:lnTo>
                  <a:pt x="10490894" y="0"/>
                </a:lnTo>
                <a:lnTo>
                  <a:pt x="10490894" y="2452246"/>
                </a:lnTo>
                <a:lnTo>
                  <a:pt x="0" y="245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68985" y="2032220"/>
            <a:ext cx="9942478" cy="196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90"/>
              </a:lnSpc>
            </a:pPr>
            <a:r>
              <a:rPr lang="en-US" sz="14690" spc="1997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Bienvenida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41099" y="4554958"/>
            <a:ext cx="9709467" cy="524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1"/>
              </a:lnSpc>
            </a:pPr>
            <a:r>
              <a:rPr lang="en-US" sz="4715" spc="141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¡Bienvenidos a nuestro taller de pintura!</a:t>
            </a:r>
          </a:p>
          <a:p>
            <a:pPr algn="ctr">
              <a:lnSpc>
                <a:spcPts val="5941"/>
              </a:lnSpc>
            </a:pPr>
            <a:r>
              <a:rPr lang="en-US" sz="4715" spc="141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Un espacio creativo donde niños, jovenes y adultos pueden aprender, experimentar y desarrollar sus habilidades artisticas de manera divertida y practica.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187217">
            <a:off x="2439125" y="4942702"/>
            <a:ext cx="2848585" cy="4166120"/>
          </a:xfrm>
          <a:custGeom>
            <a:avLst/>
            <a:gdLst/>
            <a:ahLst/>
            <a:cxnLst/>
            <a:rect r="r" b="b" t="t" l="l"/>
            <a:pathLst>
              <a:path h="4166120" w="2848585">
                <a:moveTo>
                  <a:pt x="0" y="0"/>
                </a:moveTo>
                <a:lnTo>
                  <a:pt x="2848585" y="0"/>
                </a:lnTo>
                <a:lnTo>
                  <a:pt x="2848585" y="4166120"/>
                </a:lnTo>
                <a:lnTo>
                  <a:pt x="0" y="416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38219">
            <a:off x="14326474" y="6018733"/>
            <a:ext cx="2409364" cy="2992998"/>
          </a:xfrm>
          <a:custGeom>
            <a:avLst/>
            <a:gdLst/>
            <a:ahLst/>
            <a:cxnLst/>
            <a:rect r="r" b="b" t="t" l="l"/>
            <a:pathLst>
              <a:path h="2992998" w="2409364">
                <a:moveTo>
                  <a:pt x="0" y="0"/>
                </a:moveTo>
                <a:lnTo>
                  <a:pt x="2409364" y="0"/>
                </a:lnTo>
                <a:lnTo>
                  <a:pt x="2409364" y="2992999"/>
                </a:lnTo>
                <a:lnTo>
                  <a:pt x="0" y="29929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100000">
            <a:off x="1348934" y="1225992"/>
            <a:ext cx="2580968" cy="2797797"/>
          </a:xfrm>
          <a:custGeom>
            <a:avLst/>
            <a:gdLst/>
            <a:ahLst/>
            <a:cxnLst/>
            <a:rect r="r" b="b" t="t" l="l"/>
            <a:pathLst>
              <a:path h="2797797" w="2580968">
                <a:moveTo>
                  <a:pt x="0" y="0"/>
                </a:moveTo>
                <a:lnTo>
                  <a:pt x="2580968" y="0"/>
                </a:lnTo>
                <a:lnTo>
                  <a:pt x="2580968" y="2797797"/>
                </a:lnTo>
                <a:lnTo>
                  <a:pt x="0" y="27977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021180">
            <a:off x="16046698" y="1524445"/>
            <a:ext cx="901097" cy="3677949"/>
          </a:xfrm>
          <a:custGeom>
            <a:avLst/>
            <a:gdLst/>
            <a:ahLst/>
            <a:cxnLst/>
            <a:rect r="r" b="b" t="t" l="l"/>
            <a:pathLst>
              <a:path h="3677949" w="901097">
                <a:moveTo>
                  <a:pt x="0" y="0"/>
                </a:moveTo>
                <a:lnTo>
                  <a:pt x="901098" y="0"/>
                </a:lnTo>
                <a:lnTo>
                  <a:pt x="901098" y="3677949"/>
                </a:lnTo>
                <a:lnTo>
                  <a:pt x="0" y="3677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114628">
            <a:off x="717206" y="3925809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7" y="0"/>
                </a:lnTo>
                <a:lnTo>
                  <a:pt x="981017" y="1812504"/>
                </a:lnTo>
                <a:lnTo>
                  <a:pt x="0" y="1812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70315">
            <a:off x="15721168" y="1263329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2" y="0"/>
                </a:lnTo>
                <a:lnTo>
                  <a:pt x="537582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90184" y="4526571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80" y="0"/>
                </a:lnTo>
                <a:lnTo>
                  <a:pt x="1621280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903797">
            <a:off x="707863" y="7859552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80" y="0"/>
                </a:lnTo>
                <a:lnTo>
                  <a:pt x="1621280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233108">
            <a:off x="16983835" y="4399547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8" y="0"/>
                </a:lnTo>
                <a:lnTo>
                  <a:pt x="981018" y="1812504"/>
                </a:lnTo>
                <a:lnTo>
                  <a:pt x="0" y="1812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470315">
            <a:off x="13260234" y="8078608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2" y="0"/>
                </a:lnTo>
                <a:lnTo>
                  <a:pt x="537582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470315">
            <a:off x="874070" y="973184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4470315">
            <a:off x="3933466" y="3916416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669" y="1101338"/>
            <a:ext cx="17141679" cy="8185152"/>
          </a:xfrm>
          <a:custGeom>
            <a:avLst/>
            <a:gdLst/>
            <a:ahLst/>
            <a:cxnLst/>
            <a:rect r="r" b="b" t="t" l="l"/>
            <a:pathLst>
              <a:path h="8185152" w="17141679">
                <a:moveTo>
                  <a:pt x="0" y="0"/>
                </a:moveTo>
                <a:lnTo>
                  <a:pt x="17141679" y="0"/>
                </a:lnTo>
                <a:lnTo>
                  <a:pt x="17141679" y="8185151"/>
                </a:lnTo>
                <a:lnTo>
                  <a:pt x="0" y="818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1818" y="3126699"/>
            <a:ext cx="15086104" cy="195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7"/>
              </a:lnSpc>
            </a:pPr>
            <a:r>
              <a:rPr lang="en-US" sz="14517" spc="827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¿Que es la pintura?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67129" y="5724394"/>
            <a:ext cx="9538759" cy="262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3884" spc="116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La pintura es una epresion artistica que permite comunicar emociones, ideas y experiencias mediante el uso de colores, formas y tecnicas sobre diferentes superficies. </a:t>
            </a:r>
          </a:p>
          <a:p>
            <a:pPr algn="ctr">
              <a:lnSpc>
                <a:spcPts val="415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475209">
            <a:off x="738150" y="1911816"/>
            <a:ext cx="2067281" cy="2240955"/>
          </a:xfrm>
          <a:custGeom>
            <a:avLst/>
            <a:gdLst/>
            <a:ahLst/>
            <a:cxnLst/>
            <a:rect r="r" b="b" t="t" l="l"/>
            <a:pathLst>
              <a:path h="2240955" w="2067281">
                <a:moveTo>
                  <a:pt x="0" y="0"/>
                </a:moveTo>
                <a:lnTo>
                  <a:pt x="2067281" y="0"/>
                </a:lnTo>
                <a:lnTo>
                  <a:pt x="2067281" y="2240955"/>
                </a:lnTo>
                <a:lnTo>
                  <a:pt x="0" y="224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78832">
            <a:off x="15434886" y="865937"/>
            <a:ext cx="1846070" cy="3260168"/>
          </a:xfrm>
          <a:custGeom>
            <a:avLst/>
            <a:gdLst/>
            <a:ahLst/>
            <a:cxnLst/>
            <a:rect r="r" b="b" t="t" l="l"/>
            <a:pathLst>
              <a:path h="3260168" w="1846070">
                <a:moveTo>
                  <a:pt x="0" y="0"/>
                </a:moveTo>
                <a:lnTo>
                  <a:pt x="1846070" y="0"/>
                </a:lnTo>
                <a:lnTo>
                  <a:pt x="1846070" y="3260168"/>
                </a:lnTo>
                <a:lnTo>
                  <a:pt x="0" y="32601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59554">
            <a:off x="1030835" y="7072327"/>
            <a:ext cx="3686881" cy="2437950"/>
          </a:xfrm>
          <a:custGeom>
            <a:avLst/>
            <a:gdLst/>
            <a:ahLst/>
            <a:cxnLst/>
            <a:rect r="r" b="b" t="t" l="l"/>
            <a:pathLst>
              <a:path h="2437950" w="3686881">
                <a:moveTo>
                  <a:pt x="0" y="0"/>
                </a:moveTo>
                <a:lnTo>
                  <a:pt x="3686881" y="0"/>
                </a:lnTo>
                <a:lnTo>
                  <a:pt x="3686881" y="2437950"/>
                </a:lnTo>
                <a:lnTo>
                  <a:pt x="0" y="24379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17040">
            <a:off x="15672615" y="5511573"/>
            <a:ext cx="2157760" cy="2735670"/>
          </a:xfrm>
          <a:custGeom>
            <a:avLst/>
            <a:gdLst/>
            <a:ahLst/>
            <a:cxnLst/>
            <a:rect r="r" b="b" t="t" l="l"/>
            <a:pathLst>
              <a:path h="2735670" w="2157760">
                <a:moveTo>
                  <a:pt x="0" y="0"/>
                </a:moveTo>
                <a:lnTo>
                  <a:pt x="2157760" y="0"/>
                </a:lnTo>
                <a:lnTo>
                  <a:pt x="2157760" y="2735670"/>
                </a:lnTo>
                <a:lnTo>
                  <a:pt x="0" y="2735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2000">
            <a:off x="3308203" y="4920459"/>
            <a:ext cx="11671594" cy="320969"/>
          </a:xfrm>
          <a:custGeom>
            <a:avLst/>
            <a:gdLst/>
            <a:ahLst/>
            <a:cxnLst/>
            <a:rect r="r" b="b" t="t" l="l"/>
            <a:pathLst>
              <a:path h="320969" w="11671594">
                <a:moveTo>
                  <a:pt x="0" y="0"/>
                </a:moveTo>
                <a:lnTo>
                  <a:pt x="11671594" y="0"/>
                </a:lnTo>
                <a:lnTo>
                  <a:pt x="11671594" y="320969"/>
                </a:lnTo>
                <a:lnTo>
                  <a:pt x="0" y="3209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70315">
            <a:off x="874070" y="973184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470315">
            <a:off x="16651668" y="9009385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370479">
            <a:off x="-117286" y="5487817"/>
            <a:ext cx="2359079" cy="707724"/>
          </a:xfrm>
          <a:custGeom>
            <a:avLst/>
            <a:gdLst/>
            <a:ahLst/>
            <a:cxnLst/>
            <a:rect r="r" b="b" t="t" l="l"/>
            <a:pathLst>
              <a:path h="707724" w="2359079">
                <a:moveTo>
                  <a:pt x="0" y="0"/>
                </a:moveTo>
                <a:lnTo>
                  <a:pt x="2359079" y="0"/>
                </a:lnTo>
                <a:lnTo>
                  <a:pt x="2359079" y="707724"/>
                </a:lnTo>
                <a:lnTo>
                  <a:pt x="0" y="707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937290">
            <a:off x="12331852" y="1400605"/>
            <a:ext cx="2482582" cy="744775"/>
          </a:xfrm>
          <a:custGeom>
            <a:avLst/>
            <a:gdLst/>
            <a:ahLst/>
            <a:cxnLst/>
            <a:rect r="r" b="b" t="t" l="l"/>
            <a:pathLst>
              <a:path h="744775" w="2482582">
                <a:moveTo>
                  <a:pt x="0" y="0"/>
                </a:moveTo>
                <a:lnTo>
                  <a:pt x="2482582" y="0"/>
                </a:lnTo>
                <a:lnTo>
                  <a:pt x="2482582" y="744774"/>
                </a:lnTo>
                <a:lnTo>
                  <a:pt x="0" y="74477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78276" y="716530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79" y="0"/>
                </a:lnTo>
                <a:lnTo>
                  <a:pt x="1621279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903797">
            <a:off x="13201473" y="8174211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80" y="0"/>
                </a:lnTo>
                <a:lnTo>
                  <a:pt x="1621280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6123" y="1506900"/>
            <a:ext cx="12026630" cy="379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7"/>
              </a:lnSpc>
            </a:pPr>
            <a:r>
              <a:rPr lang="en-US" sz="14517" spc="827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Objetivo General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74621" y="6439524"/>
            <a:ext cx="9538759" cy="210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3884" spc="116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Fomentar la creatividad y la expresion artistica  de los alumnos a traves del aprendizaje de tecnicas basicas de pintura y el desarrollo de proyectos artisticos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42000">
            <a:off x="4478838" y="5853687"/>
            <a:ext cx="9433309" cy="259416"/>
          </a:xfrm>
          <a:custGeom>
            <a:avLst/>
            <a:gdLst/>
            <a:ahLst/>
            <a:cxnLst/>
            <a:rect r="r" b="b" t="t" l="l"/>
            <a:pathLst>
              <a:path h="259416" w="9433309">
                <a:moveTo>
                  <a:pt x="0" y="0"/>
                </a:moveTo>
                <a:lnTo>
                  <a:pt x="9433309" y="0"/>
                </a:lnTo>
                <a:lnTo>
                  <a:pt x="9433309" y="259416"/>
                </a:lnTo>
                <a:lnTo>
                  <a:pt x="0" y="259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5317" y="1912446"/>
            <a:ext cx="2043620" cy="2145532"/>
          </a:xfrm>
          <a:custGeom>
            <a:avLst/>
            <a:gdLst/>
            <a:ahLst/>
            <a:cxnLst/>
            <a:rect r="r" b="b" t="t" l="l"/>
            <a:pathLst>
              <a:path h="2145532" w="2043620">
                <a:moveTo>
                  <a:pt x="0" y="0"/>
                </a:moveTo>
                <a:lnTo>
                  <a:pt x="2043619" y="0"/>
                </a:lnTo>
                <a:lnTo>
                  <a:pt x="2043619" y="2145532"/>
                </a:lnTo>
                <a:lnTo>
                  <a:pt x="0" y="2145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2884" y="6862447"/>
            <a:ext cx="2143022" cy="2118913"/>
          </a:xfrm>
          <a:custGeom>
            <a:avLst/>
            <a:gdLst/>
            <a:ahLst/>
            <a:cxnLst/>
            <a:rect r="r" b="b" t="t" l="l"/>
            <a:pathLst>
              <a:path h="2118913" w="2143022">
                <a:moveTo>
                  <a:pt x="0" y="0"/>
                </a:moveTo>
                <a:lnTo>
                  <a:pt x="2143022" y="0"/>
                </a:lnTo>
                <a:lnTo>
                  <a:pt x="2143022" y="2118913"/>
                </a:lnTo>
                <a:lnTo>
                  <a:pt x="0" y="2118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82753" y="6399489"/>
            <a:ext cx="2156314" cy="2145532"/>
          </a:xfrm>
          <a:custGeom>
            <a:avLst/>
            <a:gdLst/>
            <a:ahLst/>
            <a:cxnLst/>
            <a:rect r="r" b="b" t="t" l="l"/>
            <a:pathLst>
              <a:path h="2145532" w="2156314">
                <a:moveTo>
                  <a:pt x="0" y="0"/>
                </a:moveTo>
                <a:lnTo>
                  <a:pt x="2156314" y="0"/>
                </a:lnTo>
                <a:lnTo>
                  <a:pt x="2156314" y="2145533"/>
                </a:lnTo>
                <a:lnTo>
                  <a:pt x="0" y="2145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47874" y="1249725"/>
            <a:ext cx="2108318" cy="2118913"/>
          </a:xfrm>
          <a:custGeom>
            <a:avLst/>
            <a:gdLst/>
            <a:ahLst/>
            <a:cxnLst/>
            <a:rect r="r" b="b" t="t" l="l"/>
            <a:pathLst>
              <a:path h="2118913" w="2108318">
                <a:moveTo>
                  <a:pt x="0" y="0"/>
                </a:moveTo>
                <a:lnTo>
                  <a:pt x="2108319" y="0"/>
                </a:lnTo>
                <a:lnTo>
                  <a:pt x="2108319" y="2118912"/>
                </a:lnTo>
                <a:lnTo>
                  <a:pt x="0" y="2118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114628">
            <a:off x="2368367" y="4774892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8" y="0"/>
                </a:lnTo>
                <a:lnTo>
                  <a:pt x="981018" y="1812504"/>
                </a:lnTo>
                <a:lnTo>
                  <a:pt x="0" y="1812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12597" y="4657953"/>
            <a:ext cx="1378874" cy="1325442"/>
          </a:xfrm>
          <a:custGeom>
            <a:avLst/>
            <a:gdLst/>
            <a:ahLst/>
            <a:cxnLst/>
            <a:rect r="r" b="b" t="t" l="l"/>
            <a:pathLst>
              <a:path h="1325442" w="1378874">
                <a:moveTo>
                  <a:pt x="0" y="0"/>
                </a:moveTo>
                <a:lnTo>
                  <a:pt x="1378874" y="0"/>
                </a:lnTo>
                <a:lnTo>
                  <a:pt x="1378874" y="1325442"/>
                </a:lnTo>
                <a:lnTo>
                  <a:pt x="0" y="13254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470315">
            <a:off x="979235" y="4504396"/>
            <a:ext cx="719190" cy="741433"/>
          </a:xfrm>
          <a:custGeom>
            <a:avLst/>
            <a:gdLst/>
            <a:ahLst/>
            <a:cxnLst/>
            <a:rect r="r" b="b" t="t" l="l"/>
            <a:pathLst>
              <a:path h="741433" w="719190">
                <a:moveTo>
                  <a:pt x="0" y="0"/>
                </a:moveTo>
                <a:lnTo>
                  <a:pt x="719190" y="0"/>
                </a:lnTo>
                <a:lnTo>
                  <a:pt x="719190" y="741432"/>
                </a:lnTo>
                <a:lnTo>
                  <a:pt x="0" y="7414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717329">
            <a:off x="16617410" y="3346124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7" y="0"/>
                </a:lnTo>
                <a:lnTo>
                  <a:pt x="981017" y="1812503"/>
                </a:lnTo>
                <a:lnTo>
                  <a:pt x="0" y="18125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470315">
            <a:off x="14438472" y="8442022"/>
            <a:ext cx="719190" cy="741433"/>
          </a:xfrm>
          <a:custGeom>
            <a:avLst/>
            <a:gdLst/>
            <a:ahLst/>
            <a:cxnLst/>
            <a:rect r="r" b="b" t="t" l="l"/>
            <a:pathLst>
              <a:path h="741433" w="719190">
                <a:moveTo>
                  <a:pt x="0" y="0"/>
                </a:moveTo>
                <a:lnTo>
                  <a:pt x="719189" y="0"/>
                </a:lnTo>
                <a:lnTo>
                  <a:pt x="719189" y="741432"/>
                </a:lnTo>
                <a:lnTo>
                  <a:pt x="0" y="7414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85521" y="1249725"/>
            <a:ext cx="1378874" cy="1325442"/>
          </a:xfrm>
          <a:custGeom>
            <a:avLst/>
            <a:gdLst/>
            <a:ahLst/>
            <a:cxnLst/>
            <a:rect r="r" b="b" t="t" l="l"/>
            <a:pathLst>
              <a:path h="1325442" w="1378874">
                <a:moveTo>
                  <a:pt x="0" y="0"/>
                </a:moveTo>
                <a:lnTo>
                  <a:pt x="1378874" y="0"/>
                </a:lnTo>
                <a:lnTo>
                  <a:pt x="1378874" y="1325442"/>
                </a:lnTo>
                <a:lnTo>
                  <a:pt x="0" y="13254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042284" y="125812"/>
            <a:ext cx="4114800" cy="5920576"/>
          </a:xfrm>
          <a:custGeom>
            <a:avLst/>
            <a:gdLst/>
            <a:ahLst/>
            <a:cxnLst/>
            <a:rect r="r" b="b" t="t" l="l"/>
            <a:pathLst>
              <a:path h="5920576" w="4114800">
                <a:moveTo>
                  <a:pt x="0" y="0"/>
                </a:moveTo>
                <a:lnTo>
                  <a:pt x="4114800" y="0"/>
                </a:lnTo>
                <a:lnTo>
                  <a:pt x="4114800" y="5920576"/>
                </a:lnTo>
                <a:lnTo>
                  <a:pt x="0" y="592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130916" y="125812"/>
            <a:ext cx="4114800" cy="5920576"/>
          </a:xfrm>
          <a:custGeom>
            <a:avLst/>
            <a:gdLst/>
            <a:ahLst/>
            <a:cxnLst/>
            <a:rect r="r" b="b" t="t" l="l"/>
            <a:pathLst>
              <a:path h="5920576" w="4114800">
                <a:moveTo>
                  <a:pt x="0" y="0"/>
                </a:moveTo>
                <a:lnTo>
                  <a:pt x="4114800" y="0"/>
                </a:lnTo>
                <a:lnTo>
                  <a:pt x="4114800" y="5920576"/>
                </a:lnTo>
                <a:lnTo>
                  <a:pt x="0" y="592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4042284" y="4465439"/>
            <a:ext cx="4114800" cy="5920576"/>
          </a:xfrm>
          <a:custGeom>
            <a:avLst/>
            <a:gdLst/>
            <a:ahLst/>
            <a:cxnLst/>
            <a:rect r="r" b="b" t="t" l="l"/>
            <a:pathLst>
              <a:path h="5920576" w="4114800">
                <a:moveTo>
                  <a:pt x="0" y="0"/>
                </a:moveTo>
                <a:lnTo>
                  <a:pt x="4114800" y="0"/>
                </a:lnTo>
                <a:lnTo>
                  <a:pt x="4114800" y="5920576"/>
                </a:lnTo>
                <a:lnTo>
                  <a:pt x="0" y="592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130916" y="4465439"/>
            <a:ext cx="4114800" cy="5920576"/>
          </a:xfrm>
          <a:custGeom>
            <a:avLst/>
            <a:gdLst/>
            <a:ahLst/>
            <a:cxnLst/>
            <a:rect r="r" b="b" t="t" l="l"/>
            <a:pathLst>
              <a:path h="5920576" w="4114800">
                <a:moveTo>
                  <a:pt x="0" y="0"/>
                </a:moveTo>
                <a:lnTo>
                  <a:pt x="4114800" y="0"/>
                </a:lnTo>
                <a:lnTo>
                  <a:pt x="4114800" y="5920576"/>
                </a:lnTo>
                <a:lnTo>
                  <a:pt x="0" y="592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16816" y="1254495"/>
            <a:ext cx="5443155" cy="53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sz="3947" spc="86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Materiales y herramientas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0077" y="1957660"/>
            <a:ext cx="4712151" cy="300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Son los elementos que se utilizan para crear una pintura 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Materiales principales:</a:t>
            </a:r>
          </a:p>
          <a:p>
            <a:pPr algn="l" marL="534845" indent="-267423" lvl="1">
              <a:lnSpc>
                <a:spcPts val="2650"/>
              </a:lnSpc>
              <a:buFont typeface="Arial"/>
              <a:buChar char="•"/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Pinceles</a:t>
            </a:r>
          </a:p>
          <a:p>
            <a:pPr algn="l" marL="534845" indent="-267423" lvl="1">
              <a:lnSpc>
                <a:spcPts val="2650"/>
              </a:lnSpc>
              <a:buFont typeface="Arial"/>
              <a:buChar char="•"/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Pinturas (acuarela, acrilica o tempera)</a:t>
            </a:r>
          </a:p>
          <a:p>
            <a:pPr algn="l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Cada material tiene una funcion importante para lograr diferentes efectos en la obra.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5792" y="1273545"/>
            <a:ext cx="5385048" cy="66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9"/>
              </a:lnSpc>
            </a:pPr>
            <a:r>
              <a:rPr lang="en-US" sz="4969" spc="109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Teoria del color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66820" y="1835830"/>
            <a:ext cx="5917731" cy="300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Es el estudio de los colores y como se combinan.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Colores primarios: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Rojo, azul y amarillo 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Colores secundarios: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Verde, naranja y morado </a:t>
            </a:r>
          </a:p>
          <a:p>
            <a:pPr algn="ctr">
              <a:lnSpc>
                <a:spcPts val="2650"/>
              </a:lnSpc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Colores calidos y frios</a:t>
            </a:r>
          </a:p>
          <a:p>
            <a:pPr algn="l" marL="534845" indent="-267423" lvl="1">
              <a:lnSpc>
                <a:spcPts val="2650"/>
              </a:lnSpc>
              <a:buFont typeface="Arial"/>
              <a:buChar char="•"/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Calidos: Rojo, naranja y amarillo </a:t>
            </a:r>
          </a:p>
          <a:p>
            <a:pPr algn="l" marL="534845" indent="-267423" lvl="1">
              <a:lnSpc>
                <a:spcPts val="2650"/>
              </a:lnSpc>
              <a:buFont typeface="Arial"/>
              <a:buChar char="•"/>
            </a:pPr>
            <a:r>
              <a:rPr lang="en-US" sz="2477" spc="74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Frios: Azul, verde y morado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5792" y="5569560"/>
            <a:ext cx="5316363" cy="66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9"/>
              </a:lnSpc>
            </a:pPr>
            <a:r>
              <a:rPr lang="en-US" sz="4969" spc="109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Proyectos artisticos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5417" y="6411474"/>
            <a:ext cx="4761592" cy="2846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Son trabajos donde se aplican los conocimientos aprendidos.</a:t>
            </a:r>
          </a:p>
          <a:p>
            <a:pPr algn="ctr">
              <a:lnSpc>
                <a:spcPts val="2500"/>
              </a:lnSpc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Ejemplos</a:t>
            </a:r>
          </a:p>
          <a:p>
            <a:pPr algn="l" marL="504440" indent="-252220" lvl="1">
              <a:lnSpc>
                <a:spcPts val="2500"/>
              </a:lnSpc>
              <a:buFont typeface="Arial"/>
              <a:buChar char="•"/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 Paisajes.</a:t>
            </a:r>
          </a:p>
          <a:p>
            <a:pPr algn="l" marL="504440" indent="-252220" lvl="1">
              <a:lnSpc>
                <a:spcPts val="2500"/>
              </a:lnSpc>
              <a:buFont typeface="Arial"/>
              <a:buChar char="•"/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 </a:t>
            </a: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Flores y frutas.</a:t>
            </a:r>
          </a:p>
          <a:p>
            <a:pPr algn="l" marL="504440" indent="-252220" lvl="1">
              <a:lnSpc>
                <a:spcPts val="2500"/>
              </a:lnSpc>
              <a:buFont typeface="Arial"/>
              <a:buChar char="•"/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 Dibujos creativos.</a:t>
            </a:r>
          </a:p>
          <a:p>
            <a:pPr algn="l" marL="504440" indent="-252220" lvl="1">
              <a:lnSpc>
                <a:spcPts val="2500"/>
              </a:lnSpc>
              <a:buFont typeface="Arial"/>
              <a:buChar char="•"/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 Pintura libre.</a:t>
            </a:r>
          </a:p>
          <a:p>
            <a:pPr algn="ctr">
              <a:lnSpc>
                <a:spcPts val="2500"/>
              </a:lnSpc>
            </a:pPr>
            <a:r>
              <a:rPr lang="en-US" sz="2336" spc="70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Estos proyectos ayudan a desarrollar la creatividad y la confianza artística.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3831" y="5683768"/>
            <a:ext cx="5469076" cy="66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9"/>
              </a:lnSpc>
            </a:pPr>
            <a:r>
              <a:rPr lang="en-US" sz="4969" spc="109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Tecnicas Basicas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30077" y="6514832"/>
            <a:ext cx="4807401" cy="260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Son los métodos que se usan para pintar mejor.</a:t>
            </a:r>
          </a:p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Algunas técnicas:</a:t>
            </a:r>
          </a:p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* Pinceladas: Movimientos realizados con el pincel.</a:t>
            </a:r>
          </a:p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* Sombras y luces: Dan profundidad y volumen.</a:t>
            </a:r>
          </a:p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* Degradado: Mezcla suave entre colores.</a:t>
            </a:r>
          </a:p>
          <a:p>
            <a:pPr algn="ctr">
              <a:lnSpc>
                <a:spcPts val="2069"/>
              </a:lnSpc>
            </a:pPr>
            <a:r>
              <a:rPr lang="en-US" sz="1934" spc="58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* Texturas: Crean efectos que imitan diferentes superficies.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-69816">
            <a:off x="678027" y="6643602"/>
            <a:ext cx="1520896" cy="2583264"/>
          </a:xfrm>
          <a:custGeom>
            <a:avLst/>
            <a:gdLst/>
            <a:ahLst/>
            <a:cxnLst/>
            <a:rect r="r" b="b" t="t" l="l"/>
            <a:pathLst>
              <a:path h="2583264" w="1520896">
                <a:moveTo>
                  <a:pt x="1520896" y="0"/>
                </a:moveTo>
                <a:lnTo>
                  <a:pt x="0" y="0"/>
                </a:lnTo>
                <a:lnTo>
                  <a:pt x="0" y="2583263"/>
                </a:lnTo>
                <a:lnTo>
                  <a:pt x="1520896" y="2583263"/>
                </a:lnTo>
                <a:lnTo>
                  <a:pt x="152089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72454" y="6352907"/>
            <a:ext cx="1910440" cy="2889135"/>
          </a:xfrm>
          <a:custGeom>
            <a:avLst/>
            <a:gdLst/>
            <a:ahLst/>
            <a:cxnLst/>
            <a:rect r="r" b="b" t="t" l="l"/>
            <a:pathLst>
              <a:path h="2889135" w="1910440">
                <a:moveTo>
                  <a:pt x="0" y="0"/>
                </a:moveTo>
                <a:lnTo>
                  <a:pt x="1910440" y="0"/>
                </a:lnTo>
                <a:lnTo>
                  <a:pt x="1910440" y="2889135"/>
                </a:lnTo>
                <a:lnTo>
                  <a:pt x="0" y="28891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741031">
            <a:off x="678236" y="1232645"/>
            <a:ext cx="2279454" cy="3333753"/>
          </a:xfrm>
          <a:custGeom>
            <a:avLst/>
            <a:gdLst/>
            <a:ahLst/>
            <a:cxnLst/>
            <a:rect r="r" b="b" t="t" l="l"/>
            <a:pathLst>
              <a:path h="3333753" w="2279454">
                <a:moveTo>
                  <a:pt x="0" y="0"/>
                </a:moveTo>
                <a:lnTo>
                  <a:pt x="2279454" y="0"/>
                </a:lnTo>
                <a:lnTo>
                  <a:pt x="2279454" y="3333753"/>
                </a:lnTo>
                <a:lnTo>
                  <a:pt x="0" y="33337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65539" y="1028700"/>
            <a:ext cx="1967350" cy="3154068"/>
          </a:xfrm>
          <a:custGeom>
            <a:avLst/>
            <a:gdLst/>
            <a:ahLst/>
            <a:cxnLst/>
            <a:rect r="r" b="b" t="t" l="l"/>
            <a:pathLst>
              <a:path h="3154068" w="1967350">
                <a:moveTo>
                  <a:pt x="0" y="0"/>
                </a:moveTo>
                <a:lnTo>
                  <a:pt x="1967350" y="0"/>
                </a:lnTo>
                <a:lnTo>
                  <a:pt x="1967350" y="3154068"/>
                </a:lnTo>
                <a:lnTo>
                  <a:pt x="0" y="31540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8347553">
            <a:off x="1833388" y="5405797"/>
            <a:ext cx="981017" cy="1812503"/>
          </a:xfrm>
          <a:custGeom>
            <a:avLst/>
            <a:gdLst/>
            <a:ahLst/>
            <a:cxnLst/>
            <a:rect r="r" b="b" t="t" l="l"/>
            <a:pathLst>
              <a:path h="1812503" w="981017">
                <a:moveTo>
                  <a:pt x="0" y="0"/>
                </a:moveTo>
                <a:lnTo>
                  <a:pt x="981018" y="0"/>
                </a:lnTo>
                <a:lnTo>
                  <a:pt x="981018" y="1812504"/>
                </a:lnTo>
                <a:lnTo>
                  <a:pt x="0" y="1812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4470315">
            <a:off x="15730760" y="1539724"/>
            <a:ext cx="500531" cy="516011"/>
          </a:xfrm>
          <a:custGeom>
            <a:avLst/>
            <a:gdLst/>
            <a:ahLst/>
            <a:cxnLst/>
            <a:rect r="r" b="b" t="t" l="l"/>
            <a:pathLst>
              <a:path h="516011" w="500531">
                <a:moveTo>
                  <a:pt x="0" y="0"/>
                </a:moveTo>
                <a:lnTo>
                  <a:pt x="500531" y="0"/>
                </a:lnTo>
                <a:lnTo>
                  <a:pt x="500531" y="516011"/>
                </a:lnTo>
                <a:lnTo>
                  <a:pt x="0" y="5160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470315">
            <a:off x="567576" y="4860334"/>
            <a:ext cx="549341" cy="566331"/>
          </a:xfrm>
          <a:custGeom>
            <a:avLst/>
            <a:gdLst/>
            <a:ahLst/>
            <a:cxnLst/>
            <a:rect r="r" b="b" t="t" l="l"/>
            <a:pathLst>
              <a:path h="566331" w="549341">
                <a:moveTo>
                  <a:pt x="0" y="0"/>
                </a:moveTo>
                <a:lnTo>
                  <a:pt x="549341" y="0"/>
                </a:lnTo>
                <a:lnTo>
                  <a:pt x="549341" y="566332"/>
                </a:lnTo>
                <a:lnTo>
                  <a:pt x="0" y="5663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6243801" y="4544720"/>
            <a:ext cx="975628" cy="1802547"/>
          </a:xfrm>
          <a:custGeom>
            <a:avLst/>
            <a:gdLst/>
            <a:ahLst/>
            <a:cxnLst/>
            <a:rect r="r" b="b" t="t" l="l"/>
            <a:pathLst>
              <a:path h="1802547" w="975628">
                <a:moveTo>
                  <a:pt x="0" y="0"/>
                </a:moveTo>
                <a:lnTo>
                  <a:pt x="975629" y="0"/>
                </a:lnTo>
                <a:lnTo>
                  <a:pt x="975629" y="1802546"/>
                </a:lnTo>
                <a:lnTo>
                  <a:pt x="0" y="1802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6880" y="575151"/>
            <a:ext cx="9651962" cy="104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0"/>
              </a:lnSpc>
            </a:pPr>
            <a:r>
              <a:rPr lang="en-US" sz="7830" spc="446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Trazos de las pinturas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2000">
            <a:off x="4778237" y="1581243"/>
            <a:ext cx="9031880" cy="248377"/>
          </a:xfrm>
          <a:custGeom>
            <a:avLst/>
            <a:gdLst/>
            <a:ahLst/>
            <a:cxnLst/>
            <a:rect r="r" b="b" t="t" l="l"/>
            <a:pathLst>
              <a:path h="248377" w="9031880">
                <a:moveTo>
                  <a:pt x="0" y="0"/>
                </a:moveTo>
                <a:lnTo>
                  <a:pt x="9031880" y="0"/>
                </a:lnTo>
                <a:lnTo>
                  <a:pt x="9031880" y="248377"/>
                </a:lnTo>
                <a:lnTo>
                  <a:pt x="0" y="248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470315">
            <a:off x="1657116" y="2390115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10"/>
                </a:lnTo>
                <a:lnTo>
                  <a:pt x="0" y="5542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57" y="3644700"/>
            <a:ext cx="1378874" cy="1325442"/>
          </a:xfrm>
          <a:custGeom>
            <a:avLst/>
            <a:gdLst/>
            <a:ahLst/>
            <a:cxnLst/>
            <a:rect r="r" b="b" t="t" l="l"/>
            <a:pathLst>
              <a:path h="1325442" w="1378874">
                <a:moveTo>
                  <a:pt x="0" y="0"/>
                </a:moveTo>
                <a:lnTo>
                  <a:pt x="1378873" y="0"/>
                </a:lnTo>
                <a:lnTo>
                  <a:pt x="1378873" y="1325443"/>
                </a:lnTo>
                <a:lnTo>
                  <a:pt x="0" y="1325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335270">
            <a:off x="1390263" y="221957"/>
            <a:ext cx="1071288" cy="1979285"/>
          </a:xfrm>
          <a:custGeom>
            <a:avLst/>
            <a:gdLst/>
            <a:ahLst/>
            <a:cxnLst/>
            <a:rect r="r" b="b" t="t" l="l"/>
            <a:pathLst>
              <a:path h="1979285" w="1071288">
                <a:moveTo>
                  <a:pt x="0" y="0"/>
                </a:moveTo>
                <a:lnTo>
                  <a:pt x="1071288" y="0"/>
                </a:lnTo>
                <a:lnTo>
                  <a:pt x="1071288" y="1979285"/>
                </a:lnTo>
                <a:lnTo>
                  <a:pt x="0" y="19792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61120" y="975803"/>
            <a:ext cx="1629696" cy="2024467"/>
          </a:xfrm>
          <a:custGeom>
            <a:avLst/>
            <a:gdLst/>
            <a:ahLst/>
            <a:cxnLst/>
            <a:rect r="r" b="b" t="t" l="l"/>
            <a:pathLst>
              <a:path h="2024467" w="1629696">
                <a:moveTo>
                  <a:pt x="0" y="0"/>
                </a:moveTo>
                <a:lnTo>
                  <a:pt x="1629696" y="0"/>
                </a:lnTo>
                <a:lnTo>
                  <a:pt x="1629696" y="2024468"/>
                </a:lnTo>
                <a:lnTo>
                  <a:pt x="0" y="20244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90937">
            <a:off x="2986575" y="1467855"/>
            <a:ext cx="1692289" cy="2145532"/>
          </a:xfrm>
          <a:custGeom>
            <a:avLst/>
            <a:gdLst/>
            <a:ahLst/>
            <a:cxnLst/>
            <a:rect r="r" b="b" t="t" l="l"/>
            <a:pathLst>
              <a:path h="2145532" w="1692289">
                <a:moveTo>
                  <a:pt x="0" y="0"/>
                </a:moveTo>
                <a:lnTo>
                  <a:pt x="1692288" y="0"/>
                </a:lnTo>
                <a:lnTo>
                  <a:pt x="1692288" y="2145532"/>
                </a:lnTo>
                <a:lnTo>
                  <a:pt x="0" y="21455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70521" y="2334169"/>
            <a:ext cx="2499877" cy="1680126"/>
          </a:xfrm>
          <a:custGeom>
            <a:avLst/>
            <a:gdLst/>
            <a:ahLst/>
            <a:cxnLst/>
            <a:rect r="r" b="b" t="t" l="l"/>
            <a:pathLst>
              <a:path h="1680126" w="2499877">
                <a:moveTo>
                  <a:pt x="0" y="0"/>
                </a:moveTo>
                <a:lnTo>
                  <a:pt x="2499877" y="0"/>
                </a:lnTo>
                <a:lnTo>
                  <a:pt x="2499877" y="1680126"/>
                </a:lnTo>
                <a:lnTo>
                  <a:pt x="0" y="16801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1022" y="559339"/>
            <a:ext cx="1378874" cy="1325442"/>
          </a:xfrm>
          <a:custGeom>
            <a:avLst/>
            <a:gdLst/>
            <a:ahLst/>
            <a:cxnLst/>
            <a:rect r="r" b="b" t="t" l="l"/>
            <a:pathLst>
              <a:path h="1325442" w="1378874">
                <a:moveTo>
                  <a:pt x="0" y="0"/>
                </a:moveTo>
                <a:lnTo>
                  <a:pt x="1378874" y="0"/>
                </a:lnTo>
                <a:lnTo>
                  <a:pt x="1378874" y="1325443"/>
                </a:lnTo>
                <a:lnTo>
                  <a:pt x="0" y="1325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470315">
            <a:off x="17002264" y="4070241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72578" y="2334169"/>
            <a:ext cx="10643199" cy="97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1. Trazo Recto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Se realiza en línea recta. Se utiliza para crear figuras geométricas, bordes y estructuras.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2. Trazo Curvo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Tiene forma redondeada. Ayuda a representar objetos suaves como nubes, flores o rostros.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3. Trazo Ondulado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Forma curvas continuas. Se usa para dibujar agua, cabello o movimientos suaves.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4. Trazo Zigzag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Está compuesto por líneas quebradas. Sirve para representar energía, montañas o relámpagos.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5. Trazo Circular</a:t>
            </a: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Se realiza formando círculos o espirales. Es útil para flores, remolinos y efectos decorativos.</a:t>
            </a:r>
          </a:p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  <a:r>
              <a:rPr lang="en-US" sz="3145" spc="94" u="sng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Consiste en suavizar los colores para eliminar líneas marcadas y crear transiciones suaves.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087" y="200859"/>
            <a:ext cx="11257326" cy="998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6. Trazo Horizontal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Va de izquierda a derecha. Transmite tranquilidad y estabilidad.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7. Trazo Vertical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Va de arriba hacia abajo. Da sensación de altura y fuerza.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8. Trazo Diagonal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Se realiza en forma inclinada. Genera sensación de movimiento y dinamismo.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9. Trazo Corto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Son pinceladas pequeñas y precisas. Se usan para detalles y texturas.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10. Trazo Largo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Son pinceladas amplias y continuas. Sirven para cubrir espacios grandes.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11. Trazo Punteado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Se realiza con pequeños puntos. Ayuda a crear sombras, texturas y efectos especiales.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12. Trazo Cruzado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Consiste en cruzar líneas unas sobre otras. Se utiliza para sombrear y dar profundidad.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13. Trazo de Barrido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Se hace deslizando el pincel suavemente. Es ideal para fondos y degradados.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14. Trazo Seco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Se realiza con poca pintura en el pincel. Produce efectos rugosos y texturizados.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15. Trazo Difuminado</a:t>
            </a:r>
          </a:p>
          <a:p>
            <a:pPr algn="l">
              <a:lnSpc>
                <a:spcPts val="3045"/>
              </a:lnSpc>
            </a:pPr>
            <a:r>
              <a:rPr lang="en-US" sz="2846" spc="85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Consiste en suavizar los colores para eliminar líneas marcadas y crear transiciones suaves.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61240" y="4157909"/>
            <a:ext cx="4411885" cy="4595705"/>
            <a:chOff x="0" y="0"/>
            <a:chExt cx="761713" cy="793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713" cy="793450"/>
            </a:xfrm>
            <a:custGeom>
              <a:avLst/>
              <a:gdLst/>
              <a:ahLst/>
              <a:cxnLst/>
              <a:rect r="r" b="b" t="t" l="l"/>
              <a:pathLst>
                <a:path h="793450" w="761713">
                  <a:moveTo>
                    <a:pt x="10529" y="0"/>
                  </a:moveTo>
                  <a:lnTo>
                    <a:pt x="751185" y="0"/>
                  </a:lnTo>
                  <a:cubicBezTo>
                    <a:pt x="753977" y="0"/>
                    <a:pt x="756655" y="1109"/>
                    <a:pt x="758630" y="3084"/>
                  </a:cubicBezTo>
                  <a:cubicBezTo>
                    <a:pt x="760604" y="5058"/>
                    <a:pt x="761713" y="7736"/>
                    <a:pt x="761713" y="10529"/>
                  </a:cubicBezTo>
                  <a:lnTo>
                    <a:pt x="761713" y="782921"/>
                  </a:lnTo>
                  <a:cubicBezTo>
                    <a:pt x="761713" y="788736"/>
                    <a:pt x="757000" y="793450"/>
                    <a:pt x="751185" y="793450"/>
                  </a:cubicBezTo>
                  <a:lnTo>
                    <a:pt x="10529" y="793450"/>
                  </a:lnTo>
                  <a:cubicBezTo>
                    <a:pt x="7736" y="793450"/>
                    <a:pt x="5058" y="792341"/>
                    <a:pt x="3084" y="790366"/>
                  </a:cubicBezTo>
                  <a:cubicBezTo>
                    <a:pt x="1109" y="788392"/>
                    <a:pt x="0" y="785714"/>
                    <a:pt x="0" y="782921"/>
                  </a:cubicBezTo>
                  <a:lnTo>
                    <a:pt x="0" y="10529"/>
                  </a:lnTo>
                  <a:cubicBezTo>
                    <a:pt x="0" y="7736"/>
                    <a:pt x="1109" y="5058"/>
                    <a:pt x="3084" y="3084"/>
                  </a:cubicBezTo>
                  <a:cubicBezTo>
                    <a:pt x="5058" y="1109"/>
                    <a:pt x="7736" y="0"/>
                    <a:pt x="1052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045" r="0" b="-22045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1475209">
            <a:off x="8647117" y="479914"/>
            <a:ext cx="1996024" cy="2163712"/>
          </a:xfrm>
          <a:custGeom>
            <a:avLst/>
            <a:gdLst/>
            <a:ahLst/>
            <a:cxnLst/>
            <a:rect r="r" b="b" t="t" l="l"/>
            <a:pathLst>
              <a:path h="2163712" w="1996024">
                <a:moveTo>
                  <a:pt x="0" y="0"/>
                </a:moveTo>
                <a:lnTo>
                  <a:pt x="1996024" y="0"/>
                </a:lnTo>
                <a:lnTo>
                  <a:pt x="1996024" y="2163712"/>
                </a:lnTo>
                <a:lnTo>
                  <a:pt x="0" y="2163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14628">
            <a:off x="10901505" y="3433921"/>
            <a:ext cx="1012700" cy="1871039"/>
          </a:xfrm>
          <a:custGeom>
            <a:avLst/>
            <a:gdLst/>
            <a:ahLst/>
            <a:cxnLst/>
            <a:rect r="r" b="b" t="t" l="l"/>
            <a:pathLst>
              <a:path h="1871039" w="1012700">
                <a:moveTo>
                  <a:pt x="0" y="0"/>
                </a:moveTo>
                <a:lnTo>
                  <a:pt x="1012700" y="0"/>
                </a:lnTo>
                <a:lnTo>
                  <a:pt x="1012700" y="1871039"/>
                </a:lnTo>
                <a:lnTo>
                  <a:pt x="0" y="1871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07855" y="1374639"/>
            <a:ext cx="1559442" cy="1499014"/>
          </a:xfrm>
          <a:custGeom>
            <a:avLst/>
            <a:gdLst/>
            <a:ahLst/>
            <a:cxnLst/>
            <a:rect r="r" b="b" t="t" l="l"/>
            <a:pathLst>
              <a:path h="1499014" w="1559442">
                <a:moveTo>
                  <a:pt x="0" y="0"/>
                </a:moveTo>
                <a:lnTo>
                  <a:pt x="1559442" y="0"/>
                </a:lnTo>
                <a:lnTo>
                  <a:pt x="1559442" y="1499014"/>
                </a:lnTo>
                <a:lnTo>
                  <a:pt x="0" y="1499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71124">
            <a:off x="14960978" y="7921032"/>
            <a:ext cx="3197582" cy="2114401"/>
          </a:xfrm>
          <a:custGeom>
            <a:avLst/>
            <a:gdLst/>
            <a:ahLst/>
            <a:cxnLst/>
            <a:rect r="r" b="b" t="t" l="l"/>
            <a:pathLst>
              <a:path h="2114401" w="3197582">
                <a:moveTo>
                  <a:pt x="0" y="0"/>
                </a:moveTo>
                <a:lnTo>
                  <a:pt x="3197582" y="0"/>
                </a:lnTo>
                <a:lnTo>
                  <a:pt x="3197582" y="2114401"/>
                </a:lnTo>
                <a:lnTo>
                  <a:pt x="0" y="21144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669" y="1101338"/>
            <a:ext cx="17141679" cy="8185152"/>
          </a:xfrm>
          <a:custGeom>
            <a:avLst/>
            <a:gdLst/>
            <a:ahLst/>
            <a:cxnLst/>
            <a:rect r="r" b="b" t="t" l="l"/>
            <a:pathLst>
              <a:path h="8185152" w="17141679">
                <a:moveTo>
                  <a:pt x="0" y="0"/>
                </a:moveTo>
                <a:lnTo>
                  <a:pt x="17141679" y="0"/>
                </a:lnTo>
                <a:lnTo>
                  <a:pt x="17141679" y="8185151"/>
                </a:lnTo>
                <a:lnTo>
                  <a:pt x="0" y="818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1244" y="3123856"/>
            <a:ext cx="13445512" cy="195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7"/>
              </a:lnSpc>
            </a:pPr>
            <a:r>
              <a:rPr lang="en-US" sz="14517" spc="827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67129" y="5724394"/>
            <a:ext cx="9538759" cy="314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3884" spc="116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La pintura es una actividad divertida que permite aprender sobre colores, tecnicas y creatividad.</a:t>
            </a:r>
          </a:p>
          <a:p>
            <a:pPr algn="ctr">
              <a:lnSpc>
                <a:spcPts val="4156"/>
              </a:lnSpc>
            </a:pPr>
            <a:r>
              <a:rPr lang="en-US" sz="3884" spc="116">
                <a:solidFill>
                  <a:srgbClr val="000000"/>
                </a:solidFill>
                <a:latin typeface="AlQuds"/>
                <a:ea typeface="AlQuds"/>
                <a:cs typeface="AlQuds"/>
                <a:sym typeface="AlQuds"/>
              </a:rPr>
              <a:t>Ademas ayuda a expresar sentimientos y desarrollar habilidades artisticas </a:t>
            </a:r>
          </a:p>
          <a:p>
            <a:pPr algn="ctr">
              <a:lnSpc>
                <a:spcPts val="415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475209">
            <a:off x="738150" y="1911816"/>
            <a:ext cx="2067281" cy="2240955"/>
          </a:xfrm>
          <a:custGeom>
            <a:avLst/>
            <a:gdLst/>
            <a:ahLst/>
            <a:cxnLst/>
            <a:rect r="r" b="b" t="t" l="l"/>
            <a:pathLst>
              <a:path h="2240955" w="2067281">
                <a:moveTo>
                  <a:pt x="0" y="0"/>
                </a:moveTo>
                <a:lnTo>
                  <a:pt x="2067281" y="0"/>
                </a:lnTo>
                <a:lnTo>
                  <a:pt x="2067281" y="2240955"/>
                </a:lnTo>
                <a:lnTo>
                  <a:pt x="0" y="224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78832">
            <a:off x="1783561" y="5991086"/>
            <a:ext cx="1846070" cy="3260168"/>
          </a:xfrm>
          <a:custGeom>
            <a:avLst/>
            <a:gdLst/>
            <a:ahLst/>
            <a:cxnLst/>
            <a:rect r="r" b="b" t="t" l="l"/>
            <a:pathLst>
              <a:path h="3260168" w="1846070">
                <a:moveTo>
                  <a:pt x="0" y="0"/>
                </a:moveTo>
                <a:lnTo>
                  <a:pt x="1846070" y="0"/>
                </a:lnTo>
                <a:lnTo>
                  <a:pt x="1846070" y="3260168"/>
                </a:lnTo>
                <a:lnTo>
                  <a:pt x="0" y="32601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17040">
            <a:off x="15672615" y="5511573"/>
            <a:ext cx="2157760" cy="2735670"/>
          </a:xfrm>
          <a:custGeom>
            <a:avLst/>
            <a:gdLst/>
            <a:ahLst/>
            <a:cxnLst/>
            <a:rect r="r" b="b" t="t" l="l"/>
            <a:pathLst>
              <a:path h="2735670" w="2157760">
                <a:moveTo>
                  <a:pt x="0" y="0"/>
                </a:moveTo>
                <a:lnTo>
                  <a:pt x="2157760" y="0"/>
                </a:lnTo>
                <a:lnTo>
                  <a:pt x="2157760" y="2735670"/>
                </a:lnTo>
                <a:lnTo>
                  <a:pt x="0" y="27356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2000">
            <a:off x="3308203" y="4920459"/>
            <a:ext cx="11671594" cy="320969"/>
          </a:xfrm>
          <a:custGeom>
            <a:avLst/>
            <a:gdLst/>
            <a:ahLst/>
            <a:cxnLst/>
            <a:rect r="r" b="b" t="t" l="l"/>
            <a:pathLst>
              <a:path h="320969" w="11671594">
                <a:moveTo>
                  <a:pt x="0" y="0"/>
                </a:moveTo>
                <a:lnTo>
                  <a:pt x="11671594" y="0"/>
                </a:lnTo>
                <a:lnTo>
                  <a:pt x="11671594" y="320969"/>
                </a:lnTo>
                <a:lnTo>
                  <a:pt x="0" y="32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470315">
            <a:off x="874070" y="973184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70315">
            <a:off x="16651668" y="9009385"/>
            <a:ext cx="537583" cy="554209"/>
          </a:xfrm>
          <a:custGeom>
            <a:avLst/>
            <a:gdLst/>
            <a:ahLst/>
            <a:cxnLst/>
            <a:rect r="r" b="b" t="t" l="l"/>
            <a:pathLst>
              <a:path h="554209" w="537583">
                <a:moveTo>
                  <a:pt x="0" y="0"/>
                </a:moveTo>
                <a:lnTo>
                  <a:pt x="537583" y="0"/>
                </a:lnTo>
                <a:lnTo>
                  <a:pt x="537583" y="554209"/>
                </a:lnTo>
                <a:lnTo>
                  <a:pt x="0" y="5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370479">
            <a:off x="-117286" y="5487817"/>
            <a:ext cx="2359079" cy="707724"/>
          </a:xfrm>
          <a:custGeom>
            <a:avLst/>
            <a:gdLst/>
            <a:ahLst/>
            <a:cxnLst/>
            <a:rect r="r" b="b" t="t" l="l"/>
            <a:pathLst>
              <a:path h="707724" w="2359079">
                <a:moveTo>
                  <a:pt x="0" y="0"/>
                </a:moveTo>
                <a:lnTo>
                  <a:pt x="2359079" y="0"/>
                </a:lnTo>
                <a:lnTo>
                  <a:pt x="2359079" y="707724"/>
                </a:lnTo>
                <a:lnTo>
                  <a:pt x="0" y="707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937290">
            <a:off x="12331852" y="1400605"/>
            <a:ext cx="2482582" cy="744775"/>
          </a:xfrm>
          <a:custGeom>
            <a:avLst/>
            <a:gdLst/>
            <a:ahLst/>
            <a:cxnLst/>
            <a:rect r="r" b="b" t="t" l="l"/>
            <a:pathLst>
              <a:path h="744775" w="2482582">
                <a:moveTo>
                  <a:pt x="0" y="0"/>
                </a:moveTo>
                <a:lnTo>
                  <a:pt x="2482582" y="0"/>
                </a:lnTo>
                <a:lnTo>
                  <a:pt x="2482582" y="744774"/>
                </a:lnTo>
                <a:lnTo>
                  <a:pt x="0" y="74477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78276" y="716530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79" y="0"/>
                </a:lnTo>
                <a:lnTo>
                  <a:pt x="1621279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903797">
            <a:off x="13201473" y="8174211"/>
            <a:ext cx="1621280" cy="1558455"/>
          </a:xfrm>
          <a:custGeom>
            <a:avLst/>
            <a:gdLst/>
            <a:ahLst/>
            <a:cxnLst/>
            <a:rect r="r" b="b" t="t" l="l"/>
            <a:pathLst>
              <a:path h="1558455" w="1621280">
                <a:moveTo>
                  <a:pt x="0" y="0"/>
                </a:moveTo>
                <a:lnTo>
                  <a:pt x="1621280" y="0"/>
                </a:lnTo>
                <a:lnTo>
                  <a:pt x="1621280" y="1558455"/>
                </a:lnTo>
                <a:lnTo>
                  <a:pt x="0" y="15584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89273">
            <a:off x="15374923" y="1257192"/>
            <a:ext cx="1758804" cy="2987352"/>
          </a:xfrm>
          <a:custGeom>
            <a:avLst/>
            <a:gdLst/>
            <a:ahLst/>
            <a:cxnLst/>
            <a:rect r="r" b="b" t="t" l="l"/>
            <a:pathLst>
              <a:path h="2987352" w="1758804">
                <a:moveTo>
                  <a:pt x="0" y="0"/>
                </a:moveTo>
                <a:lnTo>
                  <a:pt x="1758804" y="0"/>
                </a:lnTo>
                <a:lnTo>
                  <a:pt x="1758804" y="2987352"/>
                </a:lnTo>
                <a:lnTo>
                  <a:pt x="0" y="2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4037957">
            <a:off x="8032597" y="603490"/>
            <a:ext cx="1807822" cy="1959698"/>
          </a:xfrm>
          <a:custGeom>
            <a:avLst/>
            <a:gdLst/>
            <a:ahLst/>
            <a:cxnLst/>
            <a:rect r="r" b="b" t="t" l="l"/>
            <a:pathLst>
              <a:path h="1959698" w="1807822">
                <a:moveTo>
                  <a:pt x="0" y="0"/>
                </a:moveTo>
                <a:lnTo>
                  <a:pt x="1807822" y="0"/>
                </a:lnTo>
                <a:lnTo>
                  <a:pt x="1807822" y="1959698"/>
                </a:lnTo>
                <a:lnTo>
                  <a:pt x="0" y="19596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1153" t="-18099" r="-2613" b="-4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6975" y="2712026"/>
            <a:ext cx="10114050" cy="486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8"/>
              </a:lnSpc>
            </a:pPr>
            <a:r>
              <a:rPr lang="en-US" sz="18562" spc="204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Muchas</a:t>
            </a:r>
          </a:p>
          <a:p>
            <a:pPr algn="ctr">
              <a:lnSpc>
                <a:spcPts val="18748"/>
              </a:lnSpc>
            </a:pPr>
            <a:r>
              <a:rPr lang="en-US" sz="18562" spc="204">
                <a:solidFill>
                  <a:srgbClr val="000000"/>
                </a:solidFill>
                <a:latin typeface="Kandy Yum"/>
                <a:ea typeface="Kandy Yum"/>
                <a:cs typeface="Kandy Yum"/>
                <a:sym typeface="Kandy Yum"/>
              </a:rPr>
              <a:t>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89273">
            <a:off x="13335831" y="4382540"/>
            <a:ext cx="1882788" cy="3197942"/>
          </a:xfrm>
          <a:custGeom>
            <a:avLst/>
            <a:gdLst/>
            <a:ahLst/>
            <a:cxnLst/>
            <a:rect r="r" b="b" t="t" l="l"/>
            <a:pathLst>
              <a:path h="3197942" w="1882788">
                <a:moveTo>
                  <a:pt x="0" y="0"/>
                </a:moveTo>
                <a:lnTo>
                  <a:pt x="1882788" y="0"/>
                </a:lnTo>
                <a:lnTo>
                  <a:pt x="1882788" y="3197942"/>
                </a:lnTo>
                <a:lnTo>
                  <a:pt x="0" y="3197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75209">
            <a:off x="2677555" y="702224"/>
            <a:ext cx="1996024" cy="2163712"/>
          </a:xfrm>
          <a:custGeom>
            <a:avLst/>
            <a:gdLst/>
            <a:ahLst/>
            <a:cxnLst/>
            <a:rect r="r" b="b" t="t" l="l"/>
            <a:pathLst>
              <a:path h="2163712" w="1996024">
                <a:moveTo>
                  <a:pt x="0" y="0"/>
                </a:moveTo>
                <a:lnTo>
                  <a:pt x="1996024" y="0"/>
                </a:lnTo>
                <a:lnTo>
                  <a:pt x="1996024" y="2163711"/>
                </a:lnTo>
                <a:lnTo>
                  <a:pt x="0" y="2163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2000">
            <a:off x="4922756" y="7248039"/>
            <a:ext cx="8301437" cy="228290"/>
          </a:xfrm>
          <a:custGeom>
            <a:avLst/>
            <a:gdLst/>
            <a:ahLst/>
            <a:cxnLst/>
            <a:rect r="r" b="b" t="t" l="l"/>
            <a:pathLst>
              <a:path h="228290" w="8301437">
                <a:moveTo>
                  <a:pt x="0" y="0"/>
                </a:moveTo>
                <a:lnTo>
                  <a:pt x="8301436" y="0"/>
                </a:lnTo>
                <a:lnTo>
                  <a:pt x="8301436" y="228289"/>
                </a:lnTo>
                <a:lnTo>
                  <a:pt x="0" y="228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14628">
            <a:off x="1116039" y="1149416"/>
            <a:ext cx="1012700" cy="1871039"/>
          </a:xfrm>
          <a:custGeom>
            <a:avLst/>
            <a:gdLst/>
            <a:ahLst/>
            <a:cxnLst/>
            <a:rect r="r" b="b" t="t" l="l"/>
            <a:pathLst>
              <a:path h="1871039" w="1012700">
                <a:moveTo>
                  <a:pt x="0" y="0"/>
                </a:moveTo>
                <a:lnTo>
                  <a:pt x="1012700" y="0"/>
                </a:lnTo>
                <a:lnTo>
                  <a:pt x="1012700" y="1871038"/>
                </a:lnTo>
                <a:lnTo>
                  <a:pt x="0" y="18710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470315">
            <a:off x="17012635" y="4904744"/>
            <a:ext cx="562722" cy="580126"/>
          </a:xfrm>
          <a:custGeom>
            <a:avLst/>
            <a:gdLst/>
            <a:ahLst/>
            <a:cxnLst/>
            <a:rect r="r" b="b" t="t" l="l"/>
            <a:pathLst>
              <a:path h="580126" w="562722">
                <a:moveTo>
                  <a:pt x="0" y="0"/>
                </a:moveTo>
                <a:lnTo>
                  <a:pt x="562722" y="0"/>
                </a:lnTo>
                <a:lnTo>
                  <a:pt x="562722" y="580126"/>
                </a:lnTo>
                <a:lnTo>
                  <a:pt x="0" y="5801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745907" y="8143733"/>
            <a:ext cx="4884281" cy="807697"/>
            <a:chOff x="0" y="0"/>
            <a:chExt cx="1173855" cy="1941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3855" cy="194116"/>
            </a:xfrm>
            <a:custGeom>
              <a:avLst/>
              <a:gdLst/>
              <a:ahLst/>
              <a:cxnLst/>
              <a:rect r="r" b="b" t="t" l="l"/>
              <a:pathLst>
                <a:path h="194116" w="1173855">
                  <a:moveTo>
                    <a:pt x="57062" y="0"/>
                  </a:moveTo>
                  <a:lnTo>
                    <a:pt x="1116793" y="0"/>
                  </a:lnTo>
                  <a:cubicBezTo>
                    <a:pt x="1148307" y="0"/>
                    <a:pt x="1173855" y="25548"/>
                    <a:pt x="1173855" y="57062"/>
                  </a:cubicBezTo>
                  <a:lnTo>
                    <a:pt x="1173855" y="137054"/>
                  </a:lnTo>
                  <a:cubicBezTo>
                    <a:pt x="1173855" y="168569"/>
                    <a:pt x="1148307" y="194116"/>
                    <a:pt x="1116793" y="194116"/>
                  </a:cubicBezTo>
                  <a:lnTo>
                    <a:pt x="57062" y="194116"/>
                  </a:lnTo>
                  <a:cubicBezTo>
                    <a:pt x="25548" y="194116"/>
                    <a:pt x="0" y="168569"/>
                    <a:pt x="0" y="137054"/>
                  </a:cubicBezTo>
                  <a:lnTo>
                    <a:pt x="0" y="57062"/>
                  </a:lnTo>
                  <a:cubicBezTo>
                    <a:pt x="0" y="25548"/>
                    <a:pt x="25548" y="0"/>
                    <a:pt x="5706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3855" cy="2322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678832">
            <a:off x="775551" y="6303046"/>
            <a:ext cx="1905689" cy="3365456"/>
          </a:xfrm>
          <a:custGeom>
            <a:avLst/>
            <a:gdLst/>
            <a:ahLst/>
            <a:cxnLst/>
            <a:rect r="r" b="b" t="t" l="l"/>
            <a:pathLst>
              <a:path h="3365456" w="1905689">
                <a:moveTo>
                  <a:pt x="0" y="0"/>
                </a:moveTo>
                <a:lnTo>
                  <a:pt x="1905689" y="0"/>
                </a:lnTo>
                <a:lnTo>
                  <a:pt x="1905689" y="3365456"/>
                </a:lnTo>
                <a:lnTo>
                  <a:pt x="0" y="33654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12662" y="6250610"/>
            <a:ext cx="2392704" cy="3618455"/>
          </a:xfrm>
          <a:custGeom>
            <a:avLst/>
            <a:gdLst/>
            <a:ahLst/>
            <a:cxnLst/>
            <a:rect r="r" b="b" t="t" l="l"/>
            <a:pathLst>
              <a:path h="3618455" w="2392704">
                <a:moveTo>
                  <a:pt x="0" y="0"/>
                </a:moveTo>
                <a:lnTo>
                  <a:pt x="2392704" y="0"/>
                </a:lnTo>
                <a:lnTo>
                  <a:pt x="2392704" y="3618456"/>
                </a:lnTo>
                <a:lnTo>
                  <a:pt x="0" y="36184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75567" y="8095343"/>
            <a:ext cx="1559442" cy="1499014"/>
          </a:xfrm>
          <a:custGeom>
            <a:avLst/>
            <a:gdLst/>
            <a:ahLst/>
            <a:cxnLst/>
            <a:rect r="r" b="b" t="t" l="l"/>
            <a:pathLst>
              <a:path h="1499014" w="1559442">
                <a:moveTo>
                  <a:pt x="0" y="0"/>
                </a:moveTo>
                <a:lnTo>
                  <a:pt x="1559443" y="0"/>
                </a:lnTo>
                <a:lnTo>
                  <a:pt x="1559443" y="1499014"/>
                </a:lnTo>
                <a:lnTo>
                  <a:pt x="0" y="14990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470315">
            <a:off x="5699690" y="971470"/>
            <a:ext cx="722059" cy="744391"/>
          </a:xfrm>
          <a:custGeom>
            <a:avLst/>
            <a:gdLst/>
            <a:ahLst/>
            <a:cxnLst/>
            <a:rect r="r" b="b" t="t" l="l"/>
            <a:pathLst>
              <a:path h="744391" w="722059">
                <a:moveTo>
                  <a:pt x="0" y="0"/>
                </a:moveTo>
                <a:lnTo>
                  <a:pt x="722059" y="0"/>
                </a:lnTo>
                <a:lnTo>
                  <a:pt x="722059" y="744391"/>
                </a:lnTo>
                <a:lnTo>
                  <a:pt x="0" y="744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470315">
            <a:off x="2692757" y="6762370"/>
            <a:ext cx="600180" cy="618743"/>
          </a:xfrm>
          <a:custGeom>
            <a:avLst/>
            <a:gdLst/>
            <a:ahLst/>
            <a:cxnLst/>
            <a:rect r="r" b="b" t="t" l="l"/>
            <a:pathLst>
              <a:path h="618743" w="600180">
                <a:moveTo>
                  <a:pt x="0" y="0"/>
                </a:moveTo>
                <a:lnTo>
                  <a:pt x="600180" y="0"/>
                </a:lnTo>
                <a:lnTo>
                  <a:pt x="600180" y="618742"/>
                </a:lnTo>
                <a:lnTo>
                  <a:pt x="0" y="6187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859554">
            <a:off x="463943" y="3427891"/>
            <a:ext cx="4223663" cy="2792897"/>
          </a:xfrm>
          <a:custGeom>
            <a:avLst/>
            <a:gdLst/>
            <a:ahLst/>
            <a:cxnLst/>
            <a:rect r="r" b="b" t="t" l="l"/>
            <a:pathLst>
              <a:path h="2792897" w="4223663">
                <a:moveTo>
                  <a:pt x="0" y="0"/>
                </a:moveTo>
                <a:lnTo>
                  <a:pt x="4223663" y="0"/>
                </a:lnTo>
                <a:lnTo>
                  <a:pt x="4223663" y="2792897"/>
                </a:lnTo>
                <a:lnTo>
                  <a:pt x="0" y="27928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149474">
            <a:off x="14993757" y="775515"/>
            <a:ext cx="2386049" cy="3489651"/>
          </a:xfrm>
          <a:custGeom>
            <a:avLst/>
            <a:gdLst/>
            <a:ahLst/>
            <a:cxnLst/>
            <a:rect r="r" b="b" t="t" l="l"/>
            <a:pathLst>
              <a:path h="3489651" w="2386049">
                <a:moveTo>
                  <a:pt x="0" y="0"/>
                </a:moveTo>
                <a:lnTo>
                  <a:pt x="2386049" y="0"/>
                </a:lnTo>
                <a:lnTo>
                  <a:pt x="2386049" y="3489651"/>
                </a:lnTo>
                <a:lnTo>
                  <a:pt x="0" y="34896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61214" y="802045"/>
            <a:ext cx="1434637" cy="1379045"/>
          </a:xfrm>
          <a:custGeom>
            <a:avLst/>
            <a:gdLst/>
            <a:ahLst/>
            <a:cxnLst/>
            <a:rect r="r" b="b" t="t" l="l"/>
            <a:pathLst>
              <a:path h="1379045" w="1434637">
                <a:moveTo>
                  <a:pt x="0" y="0"/>
                </a:moveTo>
                <a:lnTo>
                  <a:pt x="1434637" y="0"/>
                </a:lnTo>
                <a:lnTo>
                  <a:pt x="1434637" y="1379045"/>
                </a:lnTo>
                <a:lnTo>
                  <a:pt x="0" y="13790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3164265" y="7926397"/>
            <a:ext cx="1171495" cy="2164424"/>
          </a:xfrm>
          <a:custGeom>
            <a:avLst/>
            <a:gdLst/>
            <a:ahLst/>
            <a:cxnLst/>
            <a:rect r="r" b="b" t="t" l="l"/>
            <a:pathLst>
              <a:path h="2164424" w="1171495">
                <a:moveTo>
                  <a:pt x="0" y="0"/>
                </a:moveTo>
                <a:lnTo>
                  <a:pt x="1171495" y="0"/>
                </a:lnTo>
                <a:lnTo>
                  <a:pt x="1171495" y="2164424"/>
                </a:lnTo>
                <a:lnTo>
                  <a:pt x="0" y="21644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470315">
            <a:off x="17336251" y="591919"/>
            <a:ext cx="590548" cy="608813"/>
          </a:xfrm>
          <a:custGeom>
            <a:avLst/>
            <a:gdLst/>
            <a:ahLst/>
            <a:cxnLst/>
            <a:rect r="r" b="b" t="t" l="l"/>
            <a:pathLst>
              <a:path h="608813" w="590548">
                <a:moveTo>
                  <a:pt x="0" y="0"/>
                </a:moveTo>
                <a:lnTo>
                  <a:pt x="590549" y="0"/>
                </a:lnTo>
                <a:lnTo>
                  <a:pt x="590549" y="608813"/>
                </a:lnTo>
                <a:lnTo>
                  <a:pt x="0" y="6088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50012" y="2448102"/>
            <a:ext cx="801136" cy="1469975"/>
          </a:xfrm>
          <a:custGeom>
            <a:avLst/>
            <a:gdLst/>
            <a:ahLst/>
            <a:cxnLst/>
            <a:rect r="r" b="b" t="t" l="l"/>
            <a:pathLst>
              <a:path h="1469975" w="801136">
                <a:moveTo>
                  <a:pt x="0" y="0"/>
                </a:moveTo>
                <a:lnTo>
                  <a:pt x="801137" y="0"/>
                </a:lnTo>
                <a:lnTo>
                  <a:pt x="801137" y="1469976"/>
                </a:lnTo>
                <a:lnTo>
                  <a:pt x="0" y="146997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060719" y="8358062"/>
            <a:ext cx="6254656" cy="37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526" b="true">
                <a:solidFill>
                  <a:srgbClr val="000000"/>
                </a:solidFill>
                <a:latin typeface="AlQuds Bold"/>
                <a:ea typeface="AlQuds Bold"/>
                <a:cs typeface="AlQuds Bold"/>
                <a:sym typeface="AlQuds Bold"/>
              </a:rPr>
              <a:t>www.unsitiogenial.es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15031" y="1277239"/>
            <a:ext cx="3546033" cy="807697"/>
            <a:chOff x="0" y="0"/>
            <a:chExt cx="852230" cy="1941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2230" cy="194116"/>
            </a:xfrm>
            <a:custGeom>
              <a:avLst/>
              <a:gdLst/>
              <a:ahLst/>
              <a:cxnLst/>
              <a:rect r="r" b="b" t="t" l="l"/>
              <a:pathLst>
                <a:path h="194116" w="852230">
                  <a:moveTo>
                    <a:pt x="78597" y="0"/>
                  </a:moveTo>
                  <a:lnTo>
                    <a:pt x="773632" y="0"/>
                  </a:lnTo>
                  <a:cubicBezTo>
                    <a:pt x="817040" y="0"/>
                    <a:pt x="852230" y="35189"/>
                    <a:pt x="852230" y="78597"/>
                  </a:cubicBezTo>
                  <a:lnTo>
                    <a:pt x="852230" y="115519"/>
                  </a:lnTo>
                  <a:cubicBezTo>
                    <a:pt x="852230" y="158927"/>
                    <a:pt x="817040" y="194116"/>
                    <a:pt x="773632" y="194116"/>
                  </a:cubicBezTo>
                  <a:lnTo>
                    <a:pt x="78597" y="194116"/>
                  </a:lnTo>
                  <a:cubicBezTo>
                    <a:pt x="35189" y="194116"/>
                    <a:pt x="0" y="158927"/>
                    <a:pt x="0" y="115519"/>
                  </a:cubicBezTo>
                  <a:lnTo>
                    <a:pt x="0" y="78597"/>
                  </a:lnTo>
                  <a:cubicBezTo>
                    <a:pt x="0" y="35189"/>
                    <a:pt x="35189" y="0"/>
                    <a:pt x="7859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52230" cy="23221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712390" y="1491568"/>
            <a:ext cx="2840672" cy="37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526" b="true">
                <a:solidFill>
                  <a:srgbClr val="000000"/>
                </a:solidFill>
                <a:latin typeface="AlQuds Bold"/>
                <a:ea typeface="AlQuds Bold"/>
                <a:cs typeface="AlQuds Bold"/>
                <a:sym typeface="AlQuds Bold"/>
              </a:rPr>
              <a:t>Centro Borcelle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DAHMIAWQcQs</dc:identifier>
  <dcterms:modified xsi:type="dcterms:W3CDTF">2011-08-01T06:04:30Z</dcterms:modified>
  <cp:revision>1</cp:revision>
  <dc:title>TALLER DE PINTURA</dc:title>
</cp:coreProperties>
</file>