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lmy" charset="1" panose="00000000000000000000"/>
      <p:regular r:id="rId14"/>
    </p:embeddedFont>
    <p:embeddedFont>
      <p:font typeface="League Spartan" charset="1" panose="00000800000000000000"/>
      <p:regular r:id="rId15"/>
    </p:embeddedFont>
    <p:embeddedFont>
      <p:font typeface="Nunito Bold" charset="1" panose="00000800000000000000"/>
      <p:regular r:id="rId16"/>
    </p:embeddedFont>
    <p:embeddedFont>
      <p:font typeface="Nunito" charset="1" panose="00000500000000000000"/>
      <p:regular r:id="rId17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media/image1.jpeg" Type="http://schemas.openxmlformats.org/officeDocument/2006/relationships/imag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jpeg" Type="http://schemas.openxmlformats.org/officeDocument/2006/relationships/image"/><Relationship Id="rId6" Target="../media/image27.jpeg" Type="http://schemas.openxmlformats.org/officeDocument/2006/relationships/image"/><Relationship Id="rId7" Target="../media/image28.jpe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17.png" Type="http://schemas.openxmlformats.org/officeDocument/2006/relationships/image"/><Relationship Id="rId12" Target="../media/image12.pn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17" Target="../media/image54.png" Type="http://schemas.openxmlformats.org/officeDocument/2006/relationships/image"/><Relationship Id="rId18" Target="../media/image55.sv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37.pn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jpeg" Type="http://schemas.openxmlformats.org/officeDocument/2006/relationships/image"/><Relationship Id="rId8" Target="../media/image5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12" Target="../media/image68.png" Type="http://schemas.openxmlformats.org/officeDocument/2006/relationships/image"/><Relationship Id="rId13" Target="../media/image69.sv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16" Target="../media/image72.png" Type="http://schemas.openxmlformats.org/officeDocument/2006/relationships/image"/><Relationship Id="rId17" Target="../media/image73.sv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12.pn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jpe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82.jpeg" Type="http://schemas.openxmlformats.org/officeDocument/2006/relationships/image"/><Relationship Id="rId17" Target="../media/image83.png" Type="http://schemas.openxmlformats.org/officeDocument/2006/relationships/image"/><Relationship Id="rId18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12.pn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Relationship Id="rId8" Target="../media/image76.jpe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90.svg" Type="http://schemas.openxmlformats.org/officeDocument/2006/relationships/image"/><Relationship Id="rId13" Target="../media/image91.png" Type="http://schemas.openxmlformats.org/officeDocument/2006/relationships/image"/><Relationship Id="rId14" Target="../media/image92.svg" Type="http://schemas.openxmlformats.org/officeDocument/2006/relationships/image"/><Relationship Id="rId15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Relationship Id="rId7" Target="../media/image12.pn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8826" y="996433"/>
            <a:ext cx="15630349" cy="8696158"/>
          </a:xfrm>
          <a:custGeom>
            <a:avLst/>
            <a:gdLst/>
            <a:ahLst/>
            <a:cxnLst/>
            <a:rect r="r" b="b" t="t" l="l"/>
            <a:pathLst>
              <a:path h="8696158" w="15630349">
                <a:moveTo>
                  <a:pt x="0" y="0"/>
                </a:moveTo>
                <a:lnTo>
                  <a:pt x="15630348" y="0"/>
                </a:lnTo>
                <a:lnTo>
                  <a:pt x="15630348" y="8696158"/>
                </a:lnTo>
                <a:lnTo>
                  <a:pt x="0" y="8696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1482">
            <a:off x="13031860" y="3324282"/>
            <a:ext cx="2205570" cy="5189576"/>
          </a:xfrm>
          <a:custGeom>
            <a:avLst/>
            <a:gdLst/>
            <a:ahLst/>
            <a:cxnLst/>
            <a:rect r="r" b="b" t="t" l="l"/>
            <a:pathLst>
              <a:path h="5189576" w="2205570">
                <a:moveTo>
                  <a:pt x="0" y="0"/>
                </a:moveTo>
                <a:lnTo>
                  <a:pt x="2205570" y="0"/>
                </a:lnTo>
                <a:lnTo>
                  <a:pt x="2205570" y="5189576"/>
                </a:lnTo>
                <a:lnTo>
                  <a:pt x="0" y="51895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60001" y="7661979"/>
            <a:ext cx="5767999" cy="975316"/>
          </a:xfrm>
          <a:custGeom>
            <a:avLst/>
            <a:gdLst/>
            <a:ahLst/>
            <a:cxnLst/>
            <a:rect r="r" b="b" t="t" l="l"/>
            <a:pathLst>
              <a:path h="975316" w="5767999">
                <a:moveTo>
                  <a:pt x="0" y="0"/>
                </a:moveTo>
                <a:lnTo>
                  <a:pt x="5767998" y="0"/>
                </a:lnTo>
                <a:lnTo>
                  <a:pt x="5767998" y="975316"/>
                </a:lnTo>
                <a:lnTo>
                  <a:pt x="0" y="9753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35254">
            <a:off x="14079300" y="6391384"/>
            <a:ext cx="1777304" cy="1618962"/>
          </a:xfrm>
          <a:custGeom>
            <a:avLst/>
            <a:gdLst/>
            <a:ahLst/>
            <a:cxnLst/>
            <a:rect r="r" b="b" t="t" l="l"/>
            <a:pathLst>
              <a:path h="1618962" w="1777304">
                <a:moveTo>
                  <a:pt x="0" y="0"/>
                </a:moveTo>
                <a:lnTo>
                  <a:pt x="1777303" y="0"/>
                </a:lnTo>
                <a:lnTo>
                  <a:pt x="1777303" y="1618962"/>
                </a:lnTo>
                <a:lnTo>
                  <a:pt x="0" y="1618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714188">
            <a:off x="8579239" y="5342926"/>
            <a:ext cx="1129523" cy="1129523"/>
          </a:xfrm>
          <a:custGeom>
            <a:avLst/>
            <a:gdLst/>
            <a:ahLst/>
            <a:cxnLst/>
            <a:rect r="r" b="b" t="t" l="l"/>
            <a:pathLst>
              <a:path h="1129523" w="1129523">
                <a:moveTo>
                  <a:pt x="0" y="0"/>
                </a:moveTo>
                <a:lnTo>
                  <a:pt x="1129522" y="0"/>
                </a:lnTo>
                <a:lnTo>
                  <a:pt x="1129522" y="1129523"/>
                </a:lnTo>
                <a:lnTo>
                  <a:pt x="0" y="11295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089095">
            <a:off x="14485201" y="5523531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71954">
            <a:off x="2573305" y="4434264"/>
            <a:ext cx="2345436" cy="4114800"/>
          </a:xfrm>
          <a:custGeom>
            <a:avLst/>
            <a:gdLst/>
            <a:ahLst/>
            <a:cxnLst/>
            <a:rect r="r" b="b" t="t" l="l"/>
            <a:pathLst>
              <a:path h="4114800" w="2345436">
                <a:moveTo>
                  <a:pt x="0" y="0"/>
                </a:moveTo>
                <a:lnTo>
                  <a:pt x="2345436" y="0"/>
                </a:lnTo>
                <a:lnTo>
                  <a:pt x="2345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80908" y="4636733"/>
            <a:ext cx="10526184" cy="25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8"/>
              </a:lnSpc>
            </a:pPr>
            <a:r>
              <a:rPr lang="en-US" sz="848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CURSOS DE PINTURA </a:t>
            </a:r>
          </a:p>
          <a:p>
            <a:pPr algn="ctr">
              <a:lnSpc>
                <a:spcPts val="9848"/>
              </a:lnSpc>
            </a:pPr>
            <a:r>
              <a:rPr lang="en-US" sz="848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ACRILICA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013428">
            <a:off x="8315122" y="2135663"/>
            <a:ext cx="1657756" cy="1476200"/>
          </a:xfrm>
          <a:custGeom>
            <a:avLst/>
            <a:gdLst/>
            <a:ahLst/>
            <a:cxnLst/>
            <a:rect r="r" b="b" t="t" l="l"/>
            <a:pathLst>
              <a:path h="1476200" w="1657756">
                <a:moveTo>
                  <a:pt x="0" y="0"/>
                </a:moveTo>
                <a:lnTo>
                  <a:pt x="1657756" y="0"/>
                </a:lnTo>
                <a:lnTo>
                  <a:pt x="1657756" y="1476199"/>
                </a:lnTo>
                <a:lnTo>
                  <a:pt x="0" y="14761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24969" y="2873763"/>
            <a:ext cx="1516036" cy="1235569"/>
          </a:xfrm>
          <a:custGeom>
            <a:avLst/>
            <a:gdLst/>
            <a:ahLst/>
            <a:cxnLst/>
            <a:rect r="r" b="b" t="t" l="l"/>
            <a:pathLst>
              <a:path h="1235569" w="1516036">
                <a:moveTo>
                  <a:pt x="0" y="0"/>
                </a:moveTo>
                <a:lnTo>
                  <a:pt x="1516036" y="0"/>
                </a:lnTo>
                <a:lnTo>
                  <a:pt x="1516036" y="1235569"/>
                </a:lnTo>
                <a:lnTo>
                  <a:pt x="0" y="123556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1753446" y="6108700"/>
            <a:ext cx="1516036" cy="1235569"/>
          </a:xfrm>
          <a:custGeom>
            <a:avLst/>
            <a:gdLst/>
            <a:ahLst/>
            <a:cxnLst/>
            <a:rect r="r" b="b" t="t" l="l"/>
            <a:pathLst>
              <a:path h="1235569" w="1516036">
                <a:moveTo>
                  <a:pt x="1516036" y="0"/>
                </a:moveTo>
                <a:lnTo>
                  <a:pt x="0" y="0"/>
                </a:lnTo>
                <a:lnTo>
                  <a:pt x="0" y="1235569"/>
                </a:lnTo>
                <a:lnTo>
                  <a:pt x="1516036" y="1235569"/>
                </a:lnTo>
                <a:lnTo>
                  <a:pt x="1516036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54579">
            <a:off x="5577211" y="4612172"/>
            <a:ext cx="7315200" cy="877824"/>
          </a:xfrm>
          <a:custGeom>
            <a:avLst/>
            <a:gdLst/>
            <a:ahLst/>
            <a:cxnLst/>
            <a:rect r="r" b="b" t="t" l="l"/>
            <a:pathLst>
              <a:path h="877824" w="7315200">
                <a:moveTo>
                  <a:pt x="0" y="0"/>
                </a:moveTo>
                <a:lnTo>
                  <a:pt x="7315200" y="0"/>
                </a:lnTo>
                <a:lnTo>
                  <a:pt x="7315200" y="877824"/>
                </a:lnTo>
                <a:lnTo>
                  <a:pt x="0" y="87782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8826" y="996433"/>
            <a:ext cx="15630349" cy="8696158"/>
          </a:xfrm>
          <a:custGeom>
            <a:avLst/>
            <a:gdLst/>
            <a:ahLst/>
            <a:cxnLst/>
            <a:rect r="r" b="b" t="t" l="l"/>
            <a:pathLst>
              <a:path h="8696158" w="15630349">
                <a:moveTo>
                  <a:pt x="0" y="0"/>
                </a:moveTo>
                <a:lnTo>
                  <a:pt x="15630348" y="0"/>
                </a:lnTo>
                <a:lnTo>
                  <a:pt x="15630348" y="8696158"/>
                </a:lnTo>
                <a:lnTo>
                  <a:pt x="0" y="8696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91238">
            <a:off x="4364087" y="1985234"/>
            <a:ext cx="1188874" cy="1082956"/>
          </a:xfrm>
          <a:custGeom>
            <a:avLst/>
            <a:gdLst/>
            <a:ahLst/>
            <a:cxnLst/>
            <a:rect r="r" b="b" t="t" l="l"/>
            <a:pathLst>
              <a:path h="1082956" w="1188874">
                <a:moveTo>
                  <a:pt x="0" y="0"/>
                </a:moveTo>
                <a:lnTo>
                  <a:pt x="1188874" y="0"/>
                </a:lnTo>
                <a:lnTo>
                  <a:pt x="1188874" y="1082956"/>
                </a:lnTo>
                <a:lnTo>
                  <a:pt x="0" y="1082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9803" y="2760454"/>
            <a:ext cx="1254197" cy="1337810"/>
          </a:xfrm>
          <a:custGeom>
            <a:avLst/>
            <a:gdLst/>
            <a:ahLst/>
            <a:cxnLst/>
            <a:rect r="r" b="b" t="t" l="l"/>
            <a:pathLst>
              <a:path h="1337810" w="1254197">
                <a:moveTo>
                  <a:pt x="0" y="0"/>
                </a:moveTo>
                <a:lnTo>
                  <a:pt x="1254197" y="0"/>
                </a:lnTo>
                <a:lnTo>
                  <a:pt x="1254197" y="1337810"/>
                </a:lnTo>
                <a:lnTo>
                  <a:pt x="0" y="1337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6269" y="4225607"/>
            <a:ext cx="1254197" cy="1337810"/>
          </a:xfrm>
          <a:custGeom>
            <a:avLst/>
            <a:gdLst/>
            <a:ahLst/>
            <a:cxnLst/>
            <a:rect r="r" b="b" t="t" l="l"/>
            <a:pathLst>
              <a:path h="1337810" w="1254197">
                <a:moveTo>
                  <a:pt x="0" y="0"/>
                </a:moveTo>
                <a:lnTo>
                  <a:pt x="1254196" y="0"/>
                </a:lnTo>
                <a:lnTo>
                  <a:pt x="1254196" y="1337809"/>
                </a:lnTo>
                <a:lnTo>
                  <a:pt x="0" y="1337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56269" y="5712837"/>
            <a:ext cx="1254197" cy="1337810"/>
          </a:xfrm>
          <a:custGeom>
            <a:avLst/>
            <a:gdLst/>
            <a:ahLst/>
            <a:cxnLst/>
            <a:rect r="r" b="b" t="t" l="l"/>
            <a:pathLst>
              <a:path h="1337810" w="1254197">
                <a:moveTo>
                  <a:pt x="0" y="0"/>
                </a:moveTo>
                <a:lnTo>
                  <a:pt x="1254196" y="0"/>
                </a:lnTo>
                <a:lnTo>
                  <a:pt x="1254196" y="1337809"/>
                </a:lnTo>
                <a:lnTo>
                  <a:pt x="0" y="1337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56269" y="7174471"/>
            <a:ext cx="1254197" cy="1337810"/>
          </a:xfrm>
          <a:custGeom>
            <a:avLst/>
            <a:gdLst/>
            <a:ahLst/>
            <a:cxnLst/>
            <a:rect r="r" b="b" t="t" l="l"/>
            <a:pathLst>
              <a:path h="1337810" w="1254197">
                <a:moveTo>
                  <a:pt x="0" y="0"/>
                </a:moveTo>
                <a:lnTo>
                  <a:pt x="1254196" y="0"/>
                </a:lnTo>
                <a:lnTo>
                  <a:pt x="1254196" y="1337810"/>
                </a:lnTo>
                <a:lnTo>
                  <a:pt x="0" y="1337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65195" y="3150789"/>
            <a:ext cx="4225860" cy="1284311"/>
            <a:chOff x="0" y="0"/>
            <a:chExt cx="1112984" cy="338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984" cy="338255"/>
            </a:xfrm>
            <a:custGeom>
              <a:avLst/>
              <a:gdLst/>
              <a:ahLst/>
              <a:cxnLst/>
              <a:rect r="r" b="b" t="t" l="l"/>
              <a:pathLst>
                <a:path h="338255" w="1112984">
                  <a:moveTo>
                    <a:pt x="0" y="0"/>
                  </a:moveTo>
                  <a:lnTo>
                    <a:pt x="1112984" y="0"/>
                  </a:lnTo>
                  <a:lnTo>
                    <a:pt x="1112984" y="338255"/>
                  </a:lnTo>
                  <a:lnTo>
                    <a:pt x="0" y="338255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12984" cy="39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269241" y="4894511"/>
            <a:ext cx="3617769" cy="3617769"/>
            <a:chOff x="0" y="0"/>
            <a:chExt cx="8909050" cy="890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2A4E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9"/>
              <a:stretch>
                <a:fillRect l="0" t="-4071" r="0" b="-4071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DB991A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-2302869">
            <a:off x="15361002" y="686045"/>
            <a:ext cx="1806252" cy="3196907"/>
          </a:xfrm>
          <a:custGeom>
            <a:avLst/>
            <a:gdLst/>
            <a:ahLst/>
            <a:cxnLst/>
            <a:rect r="r" b="b" t="t" l="l"/>
            <a:pathLst>
              <a:path h="3196907" w="1806252">
                <a:moveTo>
                  <a:pt x="0" y="0"/>
                </a:moveTo>
                <a:lnTo>
                  <a:pt x="1806252" y="0"/>
                </a:lnTo>
                <a:lnTo>
                  <a:pt x="1806252" y="3196906"/>
                </a:lnTo>
                <a:lnTo>
                  <a:pt x="0" y="3196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487521" y="3997800"/>
            <a:ext cx="2424082" cy="2693425"/>
          </a:xfrm>
          <a:custGeom>
            <a:avLst/>
            <a:gdLst/>
            <a:ahLst/>
            <a:cxnLst/>
            <a:rect r="r" b="b" t="t" l="l"/>
            <a:pathLst>
              <a:path h="2693425" w="2424082">
                <a:moveTo>
                  <a:pt x="0" y="0"/>
                </a:moveTo>
                <a:lnTo>
                  <a:pt x="2424082" y="0"/>
                </a:lnTo>
                <a:lnTo>
                  <a:pt x="2424082" y="2693425"/>
                </a:lnTo>
                <a:lnTo>
                  <a:pt x="0" y="2693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65195" y="3342446"/>
            <a:ext cx="4225860" cy="101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337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¿Que es la pintura acrílicA?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10465" y="3569601"/>
            <a:ext cx="6850240" cy="494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74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pintura acrílica es una técnica artística que utiliza pigmentos mezclados con una resina acrílica. Se caracteriza por secar rápidamente, tener colores intensos y poder aplicarse sobre diversas superficies.</a:t>
            </a:r>
          </a:p>
          <a:p>
            <a:pPr algn="l" marL="0" indent="0" lvl="0">
              <a:lnSpc>
                <a:spcPts val="43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8826" y="996433"/>
            <a:ext cx="15630349" cy="8696158"/>
          </a:xfrm>
          <a:custGeom>
            <a:avLst/>
            <a:gdLst/>
            <a:ahLst/>
            <a:cxnLst/>
            <a:rect r="r" b="b" t="t" l="l"/>
            <a:pathLst>
              <a:path h="8696158" w="15630349">
                <a:moveTo>
                  <a:pt x="0" y="0"/>
                </a:moveTo>
                <a:lnTo>
                  <a:pt x="15630348" y="0"/>
                </a:lnTo>
                <a:lnTo>
                  <a:pt x="15630348" y="8696158"/>
                </a:lnTo>
                <a:lnTo>
                  <a:pt x="0" y="8696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31070" y="2628928"/>
            <a:ext cx="4225860" cy="1284311"/>
            <a:chOff x="0" y="0"/>
            <a:chExt cx="1112984" cy="338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2984" cy="338255"/>
            </a:xfrm>
            <a:custGeom>
              <a:avLst/>
              <a:gdLst/>
              <a:ahLst/>
              <a:cxnLst/>
              <a:rect r="r" b="b" t="t" l="l"/>
              <a:pathLst>
                <a:path h="338255" w="1112984">
                  <a:moveTo>
                    <a:pt x="0" y="0"/>
                  </a:moveTo>
                  <a:lnTo>
                    <a:pt x="1112984" y="0"/>
                  </a:lnTo>
                  <a:lnTo>
                    <a:pt x="1112984" y="338255"/>
                  </a:lnTo>
                  <a:lnTo>
                    <a:pt x="0" y="338255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12984" cy="39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428155">
            <a:off x="3002859" y="3909482"/>
            <a:ext cx="3282863" cy="3282863"/>
            <a:chOff x="0" y="0"/>
            <a:chExt cx="8909050" cy="890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19D4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5"/>
              <a:stretch>
                <a:fillRect l="0" t="-2922" r="0" b="-2922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502568" y="4455370"/>
            <a:ext cx="3282863" cy="3282863"/>
            <a:chOff x="0" y="0"/>
            <a:chExt cx="8909050" cy="890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19D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6"/>
              <a:stretch>
                <a:fillRect l="0" t="-4071" r="0" b="-4071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-663872">
            <a:off x="11738344" y="3913239"/>
            <a:ext cx="3282863" cy="3282863"/>
            <a:chOff x="0" y="0"/>
            <a:chExt cx="8909050" cy="890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525" y="9525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19D4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07645" y="527431"/>
              <a:ext cx="8493887" cy="7854315"/>
            </a:xfrm>
            <a:custGeom>
              <a:avLst/>
              <a:gdLst/>
              <a:ahLst/>
              <a:cxnLst/>
              <a:rect r="r" b="b" t="t" l="l"/>
              <a:pathLst>
                <a:path h="7854315" w="8493887">
                  <a:moveTo>
                    <a:pt x="0" y="0"/>
                  </a:moveTo>
                  <a:lnTo>
                    <a:pt x="8493887" y="0"/>
                  </a:lnTo>
                  <a:lnTo>
                    <a:pt x="8493887" y="7854315"/>
                  </a:lnTo>
                  <a:lnTo>
                    <a:pt x="0" y="7854315"/>
                  </a:lnTo>
                  <a:close/>
                </a:path>
              </a:pathLst>
            </a:custGeom>
            <a:blipFill>
              <a:blip r:embed="rId7"/>
              <a:stretch>
                <a:fillRect l="0" t="-4071" r="0" b="-4071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8909050" y="8909050"/>
                  </a:moveTo>
                  <a:lnTo>
                    <a:pt x="0" y="8909050"/>
                  </a:lnTo>
                  <a:lnTo>
                    <a:pt x="0" y="0"/>
                  </a:lnTo>
                  <a:lnTo>
                    <a:pt x="8909050" y="0"/>
                  </a:lnTo>
                  <a:lnTo>
                    <a:pt x="8909050" y="8909050"/>
                  </a:lnTo>
                  <a:close/>
                  <a:moveTo>
                    <a:pt x="19050" y="8890000"/>
                  </a:moveTo>
                  <a:lnTo>
                    <a:pt x="8890000" y="8890000"/>
                  </a:lnTo>
                  <a:lnTo>
                    <a:pt x="8890000" y="19050"/>
                  </a:lnTo>
                  <a:lnTo>
                    <a:pt x="19050" y="19050"/>
                  </a:lnTo>
                  <a:lnTo>
                    <a:pt x="19050" y="8890000"/>
                  </a:lnTo>
                  <a:close/>
                  <a:moveTo>
                    <a:pt x="8710930" y="8391144"/>
                  </a:moveTo>
                  <a:lnTo>
                    <a:pt x="198120" y="8391144"/>
                  </a:lnTo>
                  <a:lnTo>
                    <a:pt x="198120" y="517906"/>
                  </a:lnTo>
                  <a:lnTo>
                    <a:pt x="8710930" y="517906"/>
                  </a:lnTo>
                  <a:lnTo>
                    <a:pt x="8710930" y="8391144"/>
                  </a:lnTo>
                  <a:close/>
                  <a:moveTo>
                    <a:pt x="217170" y="8372094"/>
                  </a:moveTo>
                  <a:lnTo>
                    <a:pt x="8691880" y="8372094"/>
                  </a:lnTo>
                  <a:lnTo>
                    <a:pt x="8691880" y="536956"/>
                  </a:lnTo>
                  <a:lnTo>
                    <a:pt x="217170" y="536956"/>
                  </a:lnTo>
                  <a:lnTo>
                    <a:pt x="217170" y="837209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811669" y="3628736"/>
            <a:ext cx="1289504" cy="989401"/>
          </a:xfrm>
          <a:custGeom>
            <a:avLst/>
            <a:gdLst/>
            <a:ahLst/>
            <a:cxnLst/>
            <a:rect r="r" b="b" t="t" l="l"/>
            <a:pathLst>
              <a:path h="989401" w="1289504">
                <a:moveTo>
                  <a:pt x="0" y="0"/>
                </a:moveTo>
                <a:lnTo>
                  <a:pt x="1289504" y="0"/>
                </a:lnTo>
                <a:lnTo>
                  <a:pt x="1289504" y="989401"/>
                </a:lnTo>
                <a:lnTo>
                  <a:pt x="0" y="9894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39535">
            <a:off x="14487906" y="5958360"/>
            <a:ext cx="1137202" cy="1097917"/>
          </a:xfrm>
          <a:custGeom>
            <a:avLst/>
            <a:gdLst/>
            <a:ahLst/>
            <a:cxnLst/>
            <a:rect r="r" b="b" t="t" l="l"/>
            <a:pathLst>
              <a:path h="1097917" w="1137202">
                <a:moveTo>
                  <a:pt x="0" y="0"/>
                </a:moveTo>
                <a:lnTo>
                  <a:pt x="1137202" y="0"/>
                </a:lnTo>
                <a:lnTo>
                  <a:pt x="1137202" y="1097917"/>
                </a:lnTo>
                <a:lnTo>
                  <a:pt x="0" y="1097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85432">
            <a:off x="2844730" y="7544784"/>
            <a:ext cx="2924825" cy="755137"/>
          </a:xfrm>
          <a:custGeom>
            <a:avLst/>
            <a:gdLst/>
            <a:ahLst/>
            <a:cxnLst/>
            <a:rect r="r" b="b" t="t" l="l"/>
            <a:pathLst>
              <a:path h="755137" w="2924825">
                <a:moveTo>
                  <a:pt x="0" y="0"/>
                </a:moveTo>
                <a:lnTo>
                  <a:pt x="2924826" y="0"/>
                </a:lnTo>
                <a:lnTo>
                  <a:pt x="2924826" y="755137"/>
                </a:lnTo>
                <a:lnTo>
                  <a:pt x="0" y="755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81587" y="7926166"/>
            <a:ext cx="2924825" cy="755137"/>
          </a:xfrm>
          <a:custGeom>
            <a:avLst/>
            <a:gdLst/>
            <a:ahLst/>
            <a:cxnLst/>
            <a:rect r="r" b="b" t="t" l="l"/>
            <a:pathLst>
              <a:path h="755137" w="2924825">
                <a:moveTo>
                  <a:pt x="0" y="0"/>
                </a:moveTo>
                <a:lnTo>
                  <a:pt x="2924826" y="0"/>
                </a:lnTo>
                <a:lnTo>
                  <a:pt x="2924826" y="755137"/>
                </a:lnTo>
                <a:lnTo>
                  <a:pt x="0" y="755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611155">
            <a:off x="12468429" y="7453367"/>
            <a:ext cx="2924825" cy="755137"/>
          </a:xfrm>
          <a:custGeom>
            <a:avLst/>
            <a:gdLst/>
            <a:ahLst/>
            <a:cxnLst/>
            <a:rect r="r" b="b" t="t" l="l"/>
            <a:pathLst>
              <a:path h="755137" w="2924825">
                <a:moveTo>
                  <a:pt x="0" y="0"/>
                </a:moveTo>
                <a:lnTo>
                  <a:pt x="2924825" y="0"/>
                </a:lnTo>
                <a:lnTo>
                  <a:pt x="2924825" y="755136"/>
                </a:lnTo>
                <a:lnTo>
                  <a:pt x="0" y="7551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532620" y="2584657"/>
            <a:ext cx="2984698" cy="891679"/>
          </a:xfrm>
          <a:custGeom>
            <a:avLst/>
            <a:gdLst/>
            <a:ahLst/>
            <a:cxnLst/>
            <a:rect r="r" b="b" t="t" l="l"/>
            <a:pathLst>
              <a:path h="891679" w="2984698">
                <a:moveTo>
                  <a:pt x="0" y="0"/>
                </a:moveTo>
                <a:lnTo>
                  <a:pt x="2984698" y="0"/>
                </a:lnTo>
                <a:lnTo>
                  <a:pt x="2984698" y="891679"/>
                </a:lnTo>
                <a:lnTo>
                  <a:pt x="0" y="891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70494" y="8235464"/>
            <a:ext cx="2984698" cy="891679"/>
          </a:xfrm>
          <a:custGeom>
            <a:avLst/>
            <a:gdLst/>
            <a:ahLst/>
            <a:cxnLst/>
            <a:rect r="r" b="b" t="t" l="l"/>
            <a:pathLst>
              <a:path h="891679" w="2984698">
                <a:moveTo>
                  <a:pt x="0" y="0"/>
                </a:moveTo>
                <a:lnTo>
                  <a:pt x="2984698" y="0"/>
                </a:lnTo>
                <a:lnTo>
                  <a:pt x="2984698" y="891678"/>
                </a:lnTo>
                <a:lnTo>
                  <a:pt x="0" y="8916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7096368">
            <a:off x="2109146" y="676737"/>
            <a:ext cx="846947" cy="2472839"/>
          </a:xfrm>
          <a:custGeom>
            <a:avLst/>
            <a:gdLst/>
            <a:ahLst/>
            <a:cxnLst/>
            <a:rect r="r" b="b" t="t" l="l"/>
            <a:pathLst>
              <a:path h="2472839" w="846947">
                <a:moveTo>
                  <a:pt x="0" y="0"/>
                </a:moveTo>
                <a:lnTo>
                  <a:pt x="846947" y="0"/>
                </a:lnTo>
                <a:lnTo>
                  <a:pt x="846947" y="2472839"/>
                </a:lnTo>
                <a:lnTo>
                  <a:pt x="0" y="24728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60000">
            <a:off x="10069122" y="4808612"/>
            <a:ext cx="1071801" cy="1071801"/>
          </a:xfrm>
          <a:custGeom>
            <a:avLst/>
            <a:gdLst/>
            <a:ahLst/>
            <a:cxnLst/>
            <a:rect r="r" b="b" t="t" l="l"/>
            <a:pathLst>
              <a:path h="1071801" w="1071801">
                <a:moveTo>
                  <a:pt x="0" y="0"/>
                </a:moveTo>
                <a:lnTo>
                  <a:pt x="1071801" y="0"/>
                </a:lnTo>
                <a:lnTo>
                  <a:pt x="1071801" y="1071801"/>
                </a:lnTo>
                <a:lnTo>
                  <a:pt x="0" y="107180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396880" y="2348922"/>
            <a:ext cx="1323153" cy="1369369"/>
          </a:xfrm>
          <a:custGeom>
            <a:avLst/>
            <a:gdLst/>
            <a:ahLst/>
            <a:cxnLst/>
            <a:rect r="r" b="b" t="t" l="l"/>
            <a:pathLst>
              <a:path h="1369369" w="1323153">
                <a:moveTo>
                  <a:pt x="0" y="0"/>
                </a:moveTo>
                <a:lnTo>
                  <a:pt x="1323153" y="0"/>
                </a:lnTo>
                <a:lnTo>
                  <a:pt x="1323153" y="1369369"/>
                </a:lnTo>
                <a:lnTo>
                  <a:pt x="0" y="136936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93316" y="7252433"/>
            <a:ext cx="767636" cy="794449"/>
          </a:xfrm>
          <a:custGeom>
            <a:avLst/>
            <a:gdLst/>
            <a:ahLst/>
            <a:cxnLst/>
            <a:rect r="r" b="b" t="t" l="l"/>
            <a:pathLst>
              <a:path h="794449" w="767636">
                <a:moveTo>
                  <a:pt x="0" y="0"/>
                </a:moveTo>
                <a:lnTo>
                  <a:pt x="767636" y="0"/>
                </a:lnTo>
                <a:lnTo>
                  <a:pt x="767636" y="794449"/>
                </a:lnTo>
                <a:lnTo>
                  <a:pt x="0" y="79444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262843" y="1135319"/>
            <a:ext cx="1648595" cy="1555674"/>
          </a:xfrm>
          <a:custGeom>
            <a:avLst/>
            <a:gdLst/>
            <a:ahLst/>
            <a:cxnLst/>
            <a:rect r="r" b="b" t="t" l="l"/>
            <a:pathLst>
              <a:path h="1555674" w="1648595">
                <a:moveTo>
                  <a:pt x="0" y="0"/>
                </a:moveTo>
                <a:lnTo>
                  <a:pt x="1648595" y="0"/>
                </a:lnTo>
                <a:lnTo>
                  <a:pt x="1648595" y="1555675"/>
                </a:lnTo>
                <a:lnTo>
                  <a:pt x="0" y="15556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677134" y="2903552"/>
            <a:ext cx="4933731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sz="5500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Tipos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832" y="800617"/>
            <a:ext cx="16384336" cy="9115649"/>
          </a:xfrm>
          <a:custGeom>
            <a:avLst/>
            <a:gdLst/>
            <a:ahLst/>
            <a:cxnLst/>
            <a:rect r="r" b="b" t="t" l="l"/>
            <a:pathLst>
              <a:path h="9115649" w="16384336">
                <a:moveTo>
                  <a:pt x="0" y="0"/>
                </a:moveTo>
                <a:lnTo>
                  <a:pt x="16384336" y="0"/>
                </a:lnTo>
                <a:lnTo>
                  <a:pt x="16384336" y="9115649"/>
                </a:lnTo>
                <a:lnTo>
                  <a:pt x="0" y="91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63170" y="2551442"/>
            <a:ext cx="6561660" cy="110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Objetivos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26395" y="3871949"/>
            <a:ext cx="5584673" cy="6143141"/>
          </a:xfrm>
          <a:custGeom>
            <a:avLst/>
            <a:gdLst/>
            <a:ahLst/>
            <a:cxnLst/>
            <a:rect r="r" b="b" t="t" l="l"/>
            <a:pathLst>
              <a:path h="6143141" w="5584673">
                <a:moveTo>
                  <a:pt x="0" y="0"/>
                </a:moveTo>
                <a:lnTo>
                  <a:pt x="5584673" y="0"/>
                </a:lnTo>
                <a:lnTo>
                  <a:pt x="5584673" y="6143141"/>
                </a:lnTo>
                <a:lnTo>
                  <a:pt x="0" y="614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53762">
            <a:off x="2313623" y="3710893"/>
            <a:ext cx="2886309" cy="3636295"/>
          </a:xfrm>
          <a:custGeom>
            <a:avLst/>
            <a:gdLst/>
            <a:ahLst/>
            <a:cxnLst/>
            <a:rect r="r" b="b" t="t" l="l"/>
            <a:pathLst>
              <a:path h="3636295" w="2886309">
                <a:moveTo>
                  <a:pt x="0" y="0"/>
                </a:moveTo>
                <a:lnTo>
                  <a:pt x="2886309" y="0"/>
                </a:lnTo>
                <a:lnTo>
                  <a:pt x="2886309" y="3636295"/>
                </a:lnTo>
                <a:lnTo>
                  <a:pt x="0" y="3636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565177">
            <a:off x="11793224" y="5286146"/>
            <a:ext cx="4458909" cy="2184865"/>
          </a:xfrm>
          <a:custGeom>
            <a:avLst/>
            <a:gdLst/>
            <a:ahLst/>
            <a:cxnLst/>
            <a:rect r="r" b="b" t="t" l="l"/>
            <a:pathLst>
              <a:path h="2184865" w="4458909">
                <a:moveTo>
                  <a:pt x="0" y="0"/>
                </a:moveTo>
                <a:lnTo>
                  <a:pt x="4458909" y="0"/>
                </a:lnTo>
                <a:lnTo>
                  <a:pt x="4458909" y="2184866"/>
                </a:lnTo>
                <a:lnTo>
                  <a:pt x="0" y="21848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1826694" y="5143010"/>
            <a:ext cx="1516036" cy="1235569"/>
          </a:xfrm>
          <a:custGeom>
            <a:avLst/>
            <a:gdLst/>
            <a:ahLst/>
            <a:cxnLst/>
            <a:rect r="r" b="b" t="t" l="l"/>
            <a:pathLst>
              <a:path h="1235569" w="1516036">
                <a:moveTo>
                  <a:pt x="1516036" y="0"/>
                </a:moveTo>
                <a:lnTo>
                  <a:pt x="0" y="0"/>
                </a:lnTo>
                <a:lnTo>
                  <a:pt x="0" y="1235569"/>
                </a:lnTo>
                <a:lnTo>
                  <a:pt x="1516036" y="1235569"/>
                </a:lnTo>
                <a:lnTo>
                  <a:pt x="151603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1397" y="2863438"/>
            <a:ext cx="1516036" cy="1235569"/>
          </a:xfrm>
          <a:custGeom>
            <a:avLst/>
            <a:gdLst/>
            <a:ahLst/>
            <a:cxnLst/>
            <a:rect r="r" b="b" t="t" l="l"/>
            <a:pathLst>
              <a:path h="1235569" w="1516036">
                <a:moveTo>
                  <a:pt x="0" y="0"/>
                </a:moveTo>
                <a:lnTo>
                  <a:pt x="1516036" y="0"/>
                </a:lnTo>
                <a:lnTo>
                  <a:pt x="1516036" y="1235569"/>
                </a:lnTo>
                <a:lnTo>
                  <a:pt x="0" y="1235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310050">
            <a:off x="17426" y="1258496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10050">
            <a:off x="14155020" y="8297487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81570" y="9258300"/>
            <a:ext cx="3924859" cy="663658"/>
          </a:xfrm>
          <a:custGeom>
            <a:avLst/>
            <a:gdLst/>
            <a:ahLst/>
            <a:cxnLst/>
            <a:rect r="r" b="b" t="t" l="l"/>
            <a:pathLst>
              <a:path h="663658" w="3924859">
                <a:moveTo>
                  <a:pt x="0" y="0"/>
                </a:moveTo>
                <a:lnTo>
                  <a:pt x="3924860" y="0"/>
                </a:lnTo>
                <a:lnTo>
                  <a:pt x="3924860" y="663658"/>
                </a:lnTo>
                <a:lnTo>
                  <a:pt x="0" y="6636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42730" y="2330551"/>
            <a:ext cx="2518781" cy="1442575"/>
          </a:xfrm>
          <a:custGeom>
            <a:avLst/>
            <a:gdLst/>
            <a:ahLst/>
            <a:cxnLst/>
            <a:rect r="r" b="b" t="t" l="l"/>
            <a:pathLst>
              <a:path h="1442575" w="2518781">
                <a:moveTo>
                  <a:pt x="0" y="0"/>
                </a:moveTo>
                <a:lnTo>
                  <a:pt x="2518781" y="0"/>
                </a:lnTo>
                <a:lnTo>
                  <a:pt x="2518781" y="1442574"/>
                </a:lnTo>
                <a:lnTo>
                  <a:pt x="0" y="144257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42616" y="7808613"/>
            <a:ext cx="2518781" cy="1442575"/>
          </a:xfrm>
          <a:custGeom>
            <a:avLst/>
            <a:gdLst/>
            <a:ahLst/>
            <a:cxnLst/>
            <a:rect r="r" b="b" t="t" l="l"/>
            <a:pathLst>
              <a:path h="1442575" w="2518781">
                <a:moveTo>
                  <a:pt x="0" y="0"/>
                </a:moveTo>
                <a:lnTo>
                  <a:pt x="2518781" y="0"/>
                </a:lnTo>
                <a:lnTo>
                  <a:pt x="2518781" y="1442574"/>
                </a:lnTo>
                <a:lnTo>
                  <a:pt x="0" y="144257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515255" y="5310817"/>
            <a:ext cx="5257490" cy="407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912" indent="-278956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Conocer los materiales básicos de pintura.</a:t>
            </a:r>
          </a:p>
          <a:p>
            <a:pPr algn="l" marL="557912" indent="-278956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Aprender técnicas de aplicación del acrílico.</a:t>
            </a:r>
          </a:p>
          <a:p>
            <a:pPr algn="l" marL="557912" indent="-278956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Desarrollar la creatividad y expresión artística.</a:t>
            </a:r>
          </a:p>
          <a:p>
            <a:pPr algn="l" marL="557912" indent="-278956" lvl="1">
              <a:lnSpc>
                <a:spcPts val="3617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Crear obras utilizando diferentes estilos y colores.</a:t>
            </a:r>
          </a:p>
          <a:p>
            <a:pPr algn="l">
              <a:lnSpc>
                <a:spcPts val="3617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63939" y="3871949"/>
            <a:ext cx="1242774" cy="1172726"/>
          </a:xfrm>
          <a:custGeom>
            <a:avLst/>
            <a:gdLst/>
            <a:ahLst/>
            <a:cxnLst/>
            <a:rect r="r" b="b" t="t" l="l"/>
            <a:pathLst>
              <a:path h="1172726" w="1242774">
                <a:moveTo>
                  <a:pt x="0" y="0"/>
                </a:moveTo>
                <a:lnTo>
                  <a:pt x="1242774" y="0"/>
                </a:lnTo>
                <a:lnTo>
                  <a:pt x="1242774" y="1172727"/>
                </a:lnTo>
                <a:lnTo>
                  <a:pt x="0" y="11727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832" y="800617"/>
            <a:ext cx="16384336" cy="9115649"/>
          </a:xfrm>
          <a:custGeom>
            <a:avLst/>
            <a:gdLst/>
            <a:ahLst/>
            <a:cxnLst/>
            <a:rect r="r" b="b" t="t" l="l"/>
            <a:pathLst>
              <a:path h="9115649" w="16384336">
                <a:moveTo>
                  <a:pt x="0" y="0"/>
                </a:moveTo>
                <a:lnTo>
                  <a:pt x="16384336" y="0"/>
                </a:lnTo>
                <a:lnTo>
                  <a:pt x="16384336" y="9115649"/>
                </a:lnTo>
                <a:lnTo>
                  <a:pt x="0" y="91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24422" y="2952693"/>
            <a:ext cx="676123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pc="27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MATERIALES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571807">
            <a:off x="2018537" y="1982933"/>
            <a:ext cx="6542350" cy="6751018"/>
          </a:xfrm>
          <a:custGeom>
            <a:avLst/>
            <a:gdLst/>
            <a:ahLst/>
            <a:cxnLst/>
            <a:rect r="r" b="b" t="t" l="l"/>
            <a:pathLst>
              <a:path h="6751018" w="6542350">
                <a:moveTo>
                  <a:pt x="0" y="0"/>
                </a:moveTo>
                <a:lnTo>
                  <a:pt x="6542351" y="0"/>
                </a:lnTo>
                <a:lnTo>
                  <a:pt x="6542351" y="6751018"/>
                </a:lnTo>
                <a:lnTo>
                  <a:pt x="0" y="6751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438977">
            <a:off x="2821775" y="3408027"/>
            <a:ext cx="5228733" cy="3851833"/>
            <a:chOff x="0" y="0"/>
            <a:chExt cx="19050000" cy="1403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7"/>
              <a:stretch>
                <a:fillRect l="-13015" t="0" r="-1301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8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10494176">
            <a:off x="8882353" y="4104434"/>
            <a:ext cx="1364867" cy="1364867"/>
          </a:xfrm>
          <a:custGeom>
            <a:avLst/>
            <a:gdLst/>
            <a:ahLst/>
            <a:cxnLst/>
            <a:rect r="r" b="b" t="t" l="l"/>
            <a:pathLst>
              <a:path h="1364867" w="1364867">
                <a:moveTo>
                  <a:pt x="0" y="0"/>
                </a:moveTo>
                <a:lnTo>
                  <a:pt x="1364866" y="0"/>
                </a:lnTo>
                <a:lnTo>
                  <a:pt x="1364866" y="1364867"/>
                </a:lnTo>
                <a:lnTo>
                  <a:pt x="0" y="13648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517977">
            <a:off x="3976036" y="7159632"/>
            <a:ext cx="1910100" cy="103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04"/>
              </a:lnSpc>
              <a:spcBef>
                <a:spcPct val="0"/>
              </a:spcBef>
            </a:pPr>
            <a:r>
              <a:rPr lang="en-US" sz="5931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Video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7602" y="4432868"/>
            <a:ext cx="8170398" cy="390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Pinturas acrílicas.</a:t>
            </a:r>
          </a:p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Pinceles de diferentes tamaños.</a:t>
            </a:r>
          </a:p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Lienzo o cartulina para pintar.</a:t>
            </a:r>
          </a:p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Paleta para mezclar colores.</a:t>
            </a:r>
          </a:p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Recipiente con agua.</a:t>
            </a:r>
          </a:p>
          <a:p>
            <a:pPr algn="l" marL="693233" indent="-346617" lvl="1">
              <a:lnSpc>
                <a:spcPts val="4495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Trapo o servilletas.</a:t>
            </a:r>
          </a:p>
          <a:p>
            <a:pPr algn="l">
              <a:lnSpc>
                <a:spcPts val="4495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609518">
            <a:off x="5024456" y="1726488"/>
            <a:ext cx="1682899" cy="1321841"/>
          </a:xfrm>
          <a:custGeom>
            <a:avLst/>
            <a:gdLst/>
            <a:ahLst/>
            <a:cxnLst/>
            <a:rect r="r" b="b" t="t" l="l"/>
            <a:pathLst>
              <a:path h="1321841" w="1682899">
                <a:moveTo>
                  <a:pt x="0" y="0"/>
                </a:moveTo>
                <a:lnTo>
                  <a:pt x="1682900" y="0"/>
                </a:lnTo>
                <a:lnTo>
                  <a:pt x="1682900" y="1321841"/>
                </a:lnTo>
                <a:lnTo>
                  <a:pt x="0" y="1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096368">
            <a:off x="15546322" y="7951096"/>
            <a:ext cx="846947" cy="2472839"/>
          </a:xfrm>
          <a:custGeom>
            <a:avLst/>
            <a:gdLst/>
            <a:ahLst/>
            <a:cxnLst/>
            <a:rect r="r" b="b" t="t" l="l"/>
            <a:pathLst>
              <a:path h="2472839" w="846947">
                <a:moveTo>
                  <a:pt x="0" y="0"/>
                </a:moveTo>
                <a:lnTo>
                  <a:pt x="846948" y="0"/>
                </a:lnTo>
                <a:lnTo>
                  <a:pt x="846948" y="2472838"/>
                </a:lnTo>
                <a:lnTo>
                  <a:pt x="0" y="24728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832" y="800617"/>
            <a:ext cx="16384336" cy="9115649"/>
          </a:xfrm>
          <a:custGeom>
            <a:avLst/>
            <a:gdLst/>
            <a:ahLst/>
            <a:cxnLst/>
            <a:rect r="r" b="b" t="t" l="l"/>
            <a:pathLst>
              <a:path h="9115649" w="16384336">
                <a:moveTo>
                  <a:pt x="0" y="0"/>
                </a:moveTo>
                <a:lnTo>
                  <a:pt x="16384336" y="0"/>
                </a:lnTo>
                <a:lnTo>
                  <a:pt x="16384336" y="9115649"/>
                </a:lnTo>
                <a:lnTo>
                  <a:pt x="0" y="91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10050">
            <a:off x="17426" y="1258496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310050">
            <a:off x="14155020" y="8297487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42007" y="3773125"/>
            <a:ext cx="4864456" cy="5098803"/>
          </a:xfrm>
          <a:custGeom>
            <a:avLst/>
            <a:gdLst/>
            <a:ahLst/>
            <a:cxnLst/>
            <a:rect r="r" b="b" t="t" l="l"/>
            <a:pathLst>
              <a:path h="5098803" w="4864456">
                <a:moveTo>
                  <a:pt x="0" y="0"/>
                </a:moveTo>
                <a:lnTo>
                  <a:pt x="4864456" y="0"/>
                </a:lnTo>
                <a:lnTo>
                  <a:pt x="4864456" y="5098803"/>
                </a:lnTo>
                <a:lnTo>
                  <a:pt x="0" y="5098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14583" y="3724914"/>
            <a:ext cx="4864456" cy="5098803"/>
          </a:xfrm>
          <a:custGeom>
            <a:avLst/>
            <a:gdLst/>
            <a:ahLst/>
            <a:cxnLst/>
            <a:rect r="r" b="b" t="t" l="l"/>
            <a:pathLst>
              <a:path h="5098803" w="4864456">
                <a:moveTo>
                  <a:pt x="0" y="0"/>
                </a:moveTo>
                <a:lnTo>
                  <a:pt x="4864456" y="0"/>
                </a:lnTo>
                <a:lnTo>
                  <a:pt x="4864456" y="5098802"/>
                </a:lnTo>
                <a:lnTo>
                  <a:pt x="0" y="5098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20783" y="4330242"/>
            <a:ext cx="3608702" cy="421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81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1. Introducción a la pintura acrílica</a:t>
            </a:r>
          </a:p>
          <a:p>
            <a:pPr algn="ctr">
              <a:lnSpc>
                <a:spcPts val="1890"/>
              </a:lnSpc>
            </a:pPr>
            <a:r>
              <a:rPr lang="en-US" sz="181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Conocer qué es la pintura acrílica, sus características y sus principales usos.</a:t>
            </a:r>
          </a:p>
          <a:p>
            <a:pPr algn="ctr">
              <a:lnSpc>
                <a:spcPts val="1890"/>
              </a:lnSpc>
            </a:pPr>
            <a:r>
              <a:rPr lang="en-US" sz="181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2. Materiales de pintura</a:t>
            </a:r>
          </a:p>
          <a:p>
            <a:pPr algn="ctr">
              <a:lnSpc>
                <a:spcPts val="1890"/>
              </a:lnSpc>
            </a:pPr>
            <a:r>
              <a:rPr lang="en-US" sz="181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Identificar los materiales básicos como pinceles, pinturas, lienzos y paletas.</a:t>
            </a:r>
          </a:p>
          <a:p>
            <a:pPr algn="ctr">
              <a:lnSpc>
                <a:spcPts val="1890"/>
              </a:lnSpc>
            </a:pPr>
            <a:r>
              <a:rPr lang="en-US" sz="181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3. Teoría del color</a:t>
            </a:r>
          </a:p>
          <a:p>
            <a:pPr algn="ctr">
              <a:lnSpc>
                <a:spcPts val="1890"/>
              </a:lnSpc>
            </a:pPr>
            <a:r>
              <a:rPr lang="en-US" sz="181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Aprender cómo se forman los colores y cómo combinarlos correctamente.</a:t>
            </a:r>
          </a:p>
          <a:p>
            <a:pPr algn="ctr">
              <a:lnSpc>
                <a:spcPts val="1890"/>
              </a:lnSpc>
            </a:pPr>
            <a:r>
              <a:rPr lang="en-US" sz="181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4. Uso de pinceles</a:t>
            </a:r>
          </a:p>
          <a:p>
            <a:pPr algn="ctr">
              <a:lnSpc>
                <a:spcPts val="1890"/>
              </a:lnSpc>
            </a:pPr>
            <a:r>
              <a:rPr lang="en-US" sz="181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Conocer los diferentes tipos de pinceles y las técnicas básicas para utilizarlos.</a:t>
            </a:r>
          </a:p>
          <a:p>
            <a:pPr algn="ctr">
              <a:lnSpc>
                <a:spcPts val="189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86792" y="4467962"/>
            <a:ext cx="3587361" cy="441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  5. Trazos básicos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Practicar líneas, curvas, puntos y movimientos que sirven como base para pintar.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</a:t>
            </a:r>
            <a:r>
              <a:rPr lang="en-US" sz="165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6. Mezcla de colores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Crear nuevos colores y tonalidades mediante combinaciones sencillas.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</a:t>
            </a:r>
            <a:r>
              <a:rPr lang="en-US" sz="165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7. Luces y sombras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Aplicar efectos de iluminación para dar profundidad a los dibujos.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</a:t>
            </a:r>
            <a:r>
              <a:rPr lang="en-US" sz="165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8. Técnicas de pintura acrílica</a:t>
            </a:r>
          </a:p>
          <a:p>
            <a:pPr algn="l">
              <a:lnSpc>
                <a:spcPts val="2318"/>
              </a:lnSpc>
            </a:pPr>
            <a:r>
              <a:rPr lang="en-US" sz="1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Utilizar degradados, difuminados y texturas para mejorar las obras.</a:t>
            </a:r>
          </a:p>
          <a:p>
            <a:pPr algn="l">
              <a:lnSpc>
                <a:spcPts val="2318"/>
              </a:lnSpc>
            </a:pPr>
          </a:p>
          <a:p>
            <a:pPr algn="ctr">
              <a:lnSpc>
                <a:spcPts val="243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1884881">
            <a:off x="13582095" y="3730098"/>
            <a:ext cx="439934" cy="1493603"/>
          </a:xfrm>
          <a:custGeom>
            <a:avLst/>
            <a:gdLst/>
            <a:ahLst/>
            <a:cxnLst/>
            <a:rect r="r" b="b" t="t" l="l"/>
            <a:pathLst>
              <a:path h="1493603" w="439934">
                <a:moveTo>
                  <a:pt x="0" y="0"/>
                </a:moveTo>
                <a:lnTo>
                  <a:pt x="439934" y="0"/>
                </a:lnTo>
                <a:lnTo>
                  <a:pt x="439934" y="1493603"/>
                </a:lnTo>
                <a:lnTo>
                  <a:pt x="0" y="14936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884881">
            <a:off x="7609519" y="3778310"/>
            <a:ext cx="439934" cy="1493603"/>
          </a:xfrm>
          <a:custGeom>
            <a:avLst/>
            <a:gdLst/>
            <a:ahLst/>
            <a:cxnLst/>
            <a:rect r="r" b="b" t="t" l="l"/>
            <a:pathLst>
              <a:path h="1493603" w="439934">
                <a:moveTo>
                  <a:pt x="0" y="0"/>
                </a:moveTo>
                <a:lnTo>
                  <a:pt x="439934" y="0"/>
                </a:lnTo>
                <a:lnTo>
                  <a:pt x="439934" y="1493603"/>
                </a:lnTo>
                <a:lnTo>
                  <a:pt x="0" y="14936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298996">
            <a:off x="1117901" y="2569627"/>
            <a:ext cx="2675798" cy="6566376"/>
          </a:xfrm>
          <a:custGeom>
            <a:avLst/>
            <a:gdLst/>
            <a:ahLst/>
            <a:cxnLst/>
            <a:rect r="r" b="b" t="t" l="l"/>
            <a:pathLst>
              <a:path h="6566376" w="2675798">
                <a:moveTo>
                  <a:pt x="0" y="0"/>
                </a:moveTo>
                <a:lnTo>
                  <a:pt x="2675799" y="0"/>
                </a:lnTo>
                <a:lnTo>
                  <a:pt x="2675799" y="6566376"/>
                </a:lnTo>
                <a:lnTo>
                  <a:pt x="0" y="65663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51000" y="2106014"/>
            <a:ext cx="1323153" cy="1369369"/>
          </a:xfrm>
          <a:custGeom>
            <a:avLst/>
            <a:gdLst/>
            <a:ahLst/>
            <a:cxnLst/>
            <a:rect r="r" b="b" t="t" l="l"/>
            <a:pathLst>
              <a:path h="1369369" w="1323153">
                <a:moveTo>
                  <a:pt x="0" y="0"/>
                </a:moveTo>
                <a:lnTo>
                  <a:pt x="1323153" y="0"/>
                </a:lnTo>
                <a:lnTo>
                  <a:pt x="1323153" y="1369370"/>
                </a:lnTo>
                <a:lnTo>
                  <a:pt x="0" y="13693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4023664" y="2126944"/>
            <a:ext cx="1323153" cy="1369369"/>
          </a:xfrm>
          <a:custGeom>
            <a:avLst/>
            <a:gdLst/>
            <a:ahLst/>
            <a:cxnLst/>
            <a:rect r="r" b="b" t="t" l="l"/>
            <a:pathLst>
              <a:path h="1369369" w="1323153">
                <a:moveTo>
                  <a:pt x="1323153" y="0"/>
                </a:moveTo>
                <a:lnTo>
                  <a:pt x="0" y="0"/>
                </a:lnTo>
                <a:lnTo>
                  <a:pt x="0" y="1369370"/>
                </a:lnTo>
                <a:lnTo>
                  <a:pt x="1323153" y="1369370"/>
                </a:lnTo>
                <a:lnTo>
                  <a:pt x="132315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8773417" y="6990730"/>
            <a:ext cx="741166" cy="767054"/>
          </a:xfrm>
          <a:custGeom>
            <a:avLst/>
            <a:gdLst/>
            <a:ahLst/>
            <a:cxnLst/>
            <a:rect r="r" b="b" t="t" l="l"/>
            <a:pathLst>
              <a:path h="767054" w="741166">
                <a:moveTo>
                  <a:pt x="741166" y="0"/>
                </a:moveTo>
                <a:lnTo>
                  <a:pt x="0" y="0"/>
                </a:lnTo>
                <a:lnTo>
                  <a:pt x="0" y="767053"/>
                </a:lnTo>
                <a:lnTo>
                  <a:pt x="741166" y="767053"/>
                </a:lnTo>
                <a:lnTo>
                  <a:pt x="74116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49902" y="1810720"/>
            <a:ext cx="6788196" cy="1962406"/>
          </a:xfrm>
          <a:custGeom>
            <a:avLst/>
            <a:gdLst/>
            <a:ahLst/>
            <a:cxnLst/>
            <a:rect r="r" b="b" t="t" l="l"/>
            <a:pathLst>
              <a:path h="1962406" w="6788196">
                <a:moveTo>
                  <a:pt x="0" y="0"/>
                </a:moveTo>
                <a:lnTo>
                  <a:pt x="6788196" y="0"/>
                </a:lnTo>
                <a:lnTo>
                  <a:pt x="6788196" y="1962405"/>
                </a:lnTo>
                <a:lnTo>
                  <a:pt x="0" y="19624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41109" y="2588882"/>
            <a:ext cx="7205781" cy="66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1"/>
              </a:lnSpc>
              <a:spcBef>
                <a:spcPct val="0"/>
              </a:spcBef>
            </a:pPr>
            <a:r>
              <a:rPr lang="en-US" sz="4751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TEMAS A DESARROLLAR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832" y="800617"/>
            <a:ext cx="16384336" cy="9115649"/>
          </a:xfrm>
          <a:custGeom>
            <a:avLst/>
            <a:gdLst/>
            <a:ahLst/>
            <a:cxnLst/>
            <a:rect r="r" b="b" t="t" l="l"/>
            <a:pathLst>
              <a:path h="9115649" w="16384336">
                <a:moveTo>
                  <a:pt x="0" y="0"/>
                </a:moveTo>
                <a:lnTo>
                  <a:pt x="16384336" y="0"/>
                </a:lnTo>
                <a:lnTo>
                  <a:pt x="16384336" y="9115649"/>
                </a:lnTo>
                <a:lnTo>
                  <a:pt x="0" y="91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669429" y="2446914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7"/>
                </a:lnTo>
                <a:lnTo>
                  <a:pt x="0" y="1052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73422" y="3729921"/>
            <a:ext cx="9097177" cy="5375605"/>
          </a:xfrm>
          <a:custGeom>
            <a:avLst/>
            <a:gdLst/>
            <a:ahLst/>
            <a:cxnLst/>
            <a:rect r="r" b="b" t="t" l="l"/>
            <a:pathLst>
              <a:path h="5375605" w="9097177">
                <a:moveTo>
                  <a:pt x="0" y="0"/>
                </a:moveTo>
                <a:lnTo>
                  <a:pt x="9097177" y="0"/>
                </a:lnTo>
                <a:lnTo>
                  <a:pt x="9097177" y="5375604"/>
                </a:lnTo>
                <a:lnTo>
                  <a:pt x="0" y="5375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144000" y="2573196"/>
            <a:ext cx="4053198" cy="405319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7460"/>
            </a:xfrm>
            <a:custGeom>
              <a:avLst/>
              <a:gdLst/>
              <a:ahLst/>
              <a:cxnLst/>
              <a:rect r="r" b="b" t="t" l="l"/>
              <a:pathLst>
                <a:path h="6347460" w="6350000">
                  <a:moveTo>
                    <a:pt x="6350000" y="532130"/>
                  </a:moveTo>
                  <a:cubicBezTo>
                    <a:pt x="6350000" y="463550"/>
                    <a:pt x="6315710" y="402590"/>
                    <a:pt x="6263640" y="367030"/>
                  </a:cubicBezTo>
                  <a:cubicBezTo>
                    <a:pt x="6273800" y="360680"/>
                    <a:pt x="6282690" y="353060"/>
                    <a:pt x="6290310" y="344170"/>
                  </a:cubicBezTo>
                  <a:cubicBezTo>
                    <a:pt x="6328410" y="306070"/>
                    <a:pt x="6350000" y="255270"/>
                    <a:pt x="6350000" y="201930"/>
                  </a:cubicBezTo>
                  <a:cubicBezTo>
                    <a:pt x="6350000" y="148590"/>
                    <a:pt x="6328410" y="96520"/>
                    <a:pt x="6290310" y="59690"/>
                  </a:cubicBezTo>
                  <a:cubicBezTo>
                    <a:pt x="6252210" y="21590"/>
                    <a:pt x="6200140" y="0"/>
                    <a:pt x="6148070" y="0"/>
                  </a:cubicBezTo>
                  <a:cubicBezTo>
                    <a:pt x="6094730" y="0"/>
                    <a:pt x="6042660" y="21590"/>
                    <a:pt x="6005830" y="59690"/>
                  </a:cubicBezTo>
                  <a:cubicBezTo>
                    <a:pt x="5996940" y="68580"/>
                    <a:pt x="5990590" y="77470"/>
                    <a:pt x="5982970" y="86360"/>
                  </a:cubicBezTo>
                  <a:cubicBezTo>
                    <a:pt x="5946140" y="34290"/>
                    <a:pt x="5886450" y="0"/>
                    <a:pt x="5817870" y="0"/>
                  </a:cubicBezTo>
                  <a:cubicBezTo>
                    <a:pt x="5749290" y="0"/>
                    <a:pt x="5689600" y="34290"/>
                    <a:pt x="5652770" y="86360"/>
                  </a:cubicBezTo>
                  <a:cubicBezTo>
                    <a:pt x="5615940" y="34290"/>
                    <a:pt x="5556250" y="0"/>
                    <a:pt x="5487670" y="0"/>
                  </a:cubicBezTo>
                  <a:cubicBezTo>
                    <a:pt x="5419090" y="0"/>
                    <a:pt x="5359400" y="34290"/>
                    <a:pt x="5322570" y="86360"/>
                  </a:cubicBezTo>
                  <a:cubicBezTo>
                    <a:pt x="5285740" y="34290"/>
                    <a:pt x="5226050" y="0"/>
                    <a:pt x="5157470" y="0"/>
                  </a:cubicBezTo>
                  <a:cubicBezTo>
                    <a:pt x="5088890" y="0"/>
                    <a:pt x="5027930" y="34290"/>
                    <a:pt x="4992370" y="86360"/>
                  </a:cubicBezTo>
                  <a:cubicBezTo>
                    <a:pt x="4955540" y="34290"/>
                    <a:pt x="4894580" y="0"/>
                    <a:pt x="4827270" y="0"/>
                  </a:cubicBezTo>
                  <a:cubicBezTo>
                    <a:pt x="4758690" y="0"/>
                    <a:pt x="4699000" y="34290"/>
                    <a:pt x="4662170" y="86360"/>
                  </a:cubicBezTo>
                  <a:cubicBezTo>
                    <a:pt x="4625340" y="34290"/>
                    <a:pt x="4565650" y="0"/>
                    <a:pt x="4497070" y="0"/>
                  </a:cubicBezTo>
                  <a:cubicBezTo>
                    <a:pt x="4428490" y="0"/>
                    <a:pt x="4368800" y="34290"/>
                    <a:pt x="4331970" y="86360"/>
                  </a:cubicBezTo>
                  <a:cubicBezTo>
                    <a:pt x="4295140" y="34290"/>
                    <a:pt x="4235450" y="0"/>
                    <a:pt x="4166870" y="0"/>
                  </a:cubicBezTo>
                  <a:cubicBezTo>
                    <a:pt x="4098290" y="0"/>
                    <a:pt x="4038600" y="34290"/>
                    <a:pt x="4001770" y="86360"/>
                  </a:cubicBezTo>
                  <a:cubicBezTo>
                    <a:pt x="3964940" y="34290"/>
                    <a:pt x="3903980" y="0"/>
                    <a:pt x="3836670" y="0"/>
                  </a:cubicBezTo>
                  <a:cubicBezTo>
                    <a:pt x="3768090" y="0"/>
                    <a:pt x="3707130" y="34290"/>
                    <a:pt x="3671570" y="86360"/>
                  </a:cubicBezTo>
                  <a:cubicBezTo>
                    <a:pt x="3634740" y="34290"/>
                    <a:pt x="3575050" y="0"/>
                    <a:pt x="3506470" y="0"/>
                  </a:cubicBezTo>
                  <a:cubicBezTo>
                    <a:pt x="3437890" y="0"/>
                    <a:pt x="3378200" y="34290"/>
                    <a:pt x="3341370" y="86360"/>
                  </a:cubicBezTo>
                  <a:cubicBezTo>
                    <a:pt x="3304540" y="34290"/>
                    <a:pt x="3244850" y="0"/>
                    <a:pt x="3176270" y="0"/>
                  </a:cubicBezTo>
                  <a:cubicBezTo>
                    <a:pt x="3107690" y="0"/>
                    <a:pt x="3048000" y="34290"/>
                    <a:pt x="3011170" y="86360"/>
                  </a:cubicBezTo>
                  <a:cubicBezTo>
                    <a:pt x="2974340" y="34290"/>
                    <a:pt x="2914650" y="0"/>
                    <a:pt x="2846070" y="0"/>
                  </a:cubicBezTo>
                  <a:cubicBezTo>
                    <a:pt x="2777490" y="0"/>
                    <a:pt x="2716530" y="34290"/>
                    <a:pt x="2680970" y="86360"/>
                  </a:cubicBezTo>
                  <a:cubicBezTo>
                    <a:pt x="2644140" y="34290"/>
                    <a:pt x="2583180" y="0"/>
                    <a:pt x="2515870" y="0"/>
                  </a:cubicBezTo>
                  <a:cubicBezTo>
                    <a:pt x="2447290" y="0"/>
                    <a:pt x="2387600" y="34290"/>
                    <a:pt x="2350770" y="86360"/>
                  </a:cubicBezTo>
                  <a:cubicBezTo>
                    <a:pt x="2313940" y="34290"/>
                    <a:pt x="2254250" y="0"/>
                    <a:pt x="2185670" y="0"/>
                  </a:cubicBezTo>
                  <a:cubicBezTo>
                    <a:pt x="2117090" y="0"/>
                    <a:pt x="2057400" y="34290"/>
                    <a:pt x="2020570" y="86360"/>
                  </a:cubicBezTo>
                  <a:cubicBezTo>
                    <a:pt x="1983740" y="34290"/>
                    <a:pt x="1924050" y="0"/>
                    <a:pt x="1855470" y="0"/>
                  </a:cubicBezTo>
                  <a:cubicBezTo>
                    <a:pt x="1786890" y="0"/>
                    <a:pt x="1727200" y="34290"/>
                    <a:pt x="1690370" y="86360"/>
                  </a:cubicBezTo>
                  <a:cubicBezTo>
                    <a:pt x="1653540" y="34290"/>
                    <a:pt x="1593850" y="0"/>
                    <a:pt x="1525270" y="0"/>
                  </a:cubicBezTo>
                  <a:cubicBezTo>
                    <a:pt x="1456690" y="0"/>
                    <a:pt x="1395730" y="34290"/>
                    <a:pt x="1360170" y="86360"/>
                  </a:cubicBezTo>
                  <a:cubicBezTo>
                    <a:pt x="1324610" y="34290"/>
                    <a:pt x="1263650" y="0"/>
                    <a:pt x="1195070" y="0"/>
                  </a:cubicBezTo>
                  <a:cubicBezTo>
                    <a:pt x="1126490" y="0"/>
                    <a:pt x="1066800" y="34290"/>
                    <a:pt x="1029970" y="86360"/>
                  </a:cubicBezTo>
                  <a:cubicBezTo>
                    <a:pt x="990600" y="34290"/>
                    <a:pt x="930910" y="0"/>
                    <a:pt x="862330" y="0"/>
                  </a:cubicBezTo>
                  <a:cubicBezTo>
                    <a:pt x="793750" y="0"/>
                    <a:pt x="734060" y="34290"/>
                    <a:pt x="697230" y="86360"/>
                  </a:cubicBezTo>
                  <a:cubicBezTo>
                    <a:pt x="660400" y="34290"/>
                    <a:pt x="600710" y="0"/>
                    <a:pt x="532130" y="0"/>
                  </a:cubicBezTo>
                  <a:cubicBezTo>
                    <a:pt x="463550" y="0"/>
                    <a:pt x="402590" y="34290"/>
                    <a:pt x="367030" y="86360"/>
                  </a:cubicBezTo>
                  <a:cubicBezTo>
                    <a:pt x="360680" y="76200"/>
                    <a:pt x="353060" y="67310"/>
                    <a:pt x="344170" y="59690"/>
                  </a:cubicBezTo>
                  <a:cubicBezTo>
                    <a:pt x="306070" y="21590"/>
                    <a:pt x="254000" y="0"/>
                    <a:pt x="201930" y="0"/>
                  </a:cubicBezTo>
                  <a:cubicBezTo>
                    <a:pt x="148590" y="0"/>
                    <a:pt x="96520" y="21590"/>
                    <a:pt x="59690" y="59690"/>
                  </a:cubicBezTo>
                  <a:cubicBezTo>
                    <a:pt x="21590" y="96520"/>
                    <a:pt x="0" y="148590"/>
                    <a:pt x="0" y="201930"/>
                  </a:cubicBezTo>
                  <a:cubicBezTo>
                    <a:pt x="0" y="255270"/>
                    <a:pt x="21590" y="307340"/>
                    <a:pt x="59690" y="344170"/>
                  </a:cubicBezTo>
                  <a:cubicBezTo>
                    <a:pt x="68580" y="353060"/>
                    <a:pt x="77470" y="359410"/>
                    <a:pt x="86360" y="367030"/>
                  </a:cubicBezTo>
                  <a:cubicBezTo>
                    <a:pt x="34290" y="403860"/>
                    <a:pt x="0" y="463550"/>
                    <a:pt x="0" y="532130"/>
                  </a:cubicBezTo>
                  <a:cubicBezTo>
                    <a:pt x="0" y="600710"/>
                    <a:pt x="34290" y="660400"/>
                    <a:pt x="86360" y="697230"/>
                  </a:cubicBezTo>
                  <a:cubicBezTo>
                    <a:pt x="34290" y="734060"/>
                    <a:pt x="0" y="793750"/>
                    <a:pt x="0" y="862330"/>
                  </a:cubicBezTo>
                  <a:cubicBezTo>
                    <a:pt x="0" y="930910"/>
                    <a:pt x="34290" y="990600"/>
                    <a:pt x="86360" y="1027430"/>
                  </a:cubicBezTo>
                  <a:cubicBezTo>
                    <a:pt x="34290" y="1064260"/>
                    <a:pt x="0" y="1123950"/>
                    <a:pt x="0" y="1192530"/>
                  </a:cubicBezTo>
                  <a:cubicBezTo>
                    <a:pt x="0" y="1261110"/>
                    <a:pt x="34290" y="1322070"/>
                    <a:pt x="86360" y="1357630"/>
                  </a:cubicBezTo>
                  <a:cubicBezTo>
                    <a:pt x="34290" y="1393190"/>
                    <a:pt x="0" y="1454150"/>
                    <a:pt x="0" y="1522730"/>
                  </a:cubicBezTo>
                  <a:cubicBezTo>
                    <a:pt x="0" y="1591310"/>
                    <a:pt x="34290" y="1651000"/>
                    <a:pt x="86360" y="1687830"/>
                  </a:cubicBezTo>
                  <a:cubicBezTo>
                    <a:pt x="34290" y="1724660"/>
                    <a:pt x="0" y="1784350"/>
                    <a:pt x="0" y="1852930"/>
                  </a:cubicBezTo>
                  <a:cubicBezTo>
                    <a:pt x="0" y="1921510"/>
                    <a:pt x="34290" y="1981200"/>
                    <a:pt x="86360" y="2018030"/>
                  </a:cubicBezTo>
                  <a:cubicBezTo>
                    <a:pt x="34290" y="2054860"/>
                    <a:pt x="0" y="2114550"/>
                    <a:pt x="0" y="2183130"/>
                  </a:cubicBezTo>
                  <a:cubicBezTo>
                    <a:pt x="0" y="2251710"/>
                    <a:pt x="34290" y="2311400"/>
                    <a:pt x="86360" y="2348230"/>
                  </a:cubicBezTo>
                  <a:cubicBezTo>
                    <a:pt x="34290" y="2385060"/>
                    <a:pt x="0" y="2444750"/>
                    <a:pt x="0" y="2513330"/>
                  </a:cubicBezTo>
                  <a:cubicBezTo>
                    <a:pt x="0" y="2581910"/>
                    <a:pt x="34290" y="2642870"/>
                    <a:pt x="86360" y="2678430"/>
                  </a:cubicBezTo>
                  <a:cubicBezTo>
                    <a:pt x="34290" y="2713990"/>
                    <a:pt x="0" y="2774950"/>
                    <a:pt x="0" y="2843530"/>
                  </a:cubicBezTo>
                  <a:cubicBezTo>
                    <a:pt x="0" y="2912110"/>
                    <a:pt x="34290" y="2971800"/>
                    <a:pt x="86360" y="3008630"/>
                  </a:cubicBezTo>
                  <a:cubicBezTo>
                    <a:pt x="34290" y="3045460"/>
                    <a:pt x="0" y="3105150"/>
                    <a:pt x="0" y="3173730"/>
                  </a:cubicBezTo>
                  <a:cubicBezTo>
                    <a:pt x="0" y="3242310"/>
                    <a:pt x="34290" y="3302000"/>
                    <a:pt x="86360" y="3338830"/>
                  </a:cubicBezTo>
                  <a:cubicBezTo>
                    <a:pt x="34290" y="3375660"/>
                    <a:pt x="0" y="3435350"/>
                    <a:pt x="0" y="3503930"/>
                  </a:cubicBezTo>
                  <a:cubicBezTo>
                    <a:pt x="0" y="3572510"/>
                    <a:pt x="34290" y="3633470"/>
                    <a:pt x="86360" y="3669030"/>
                  </a:cubicBezTo>
                  <a:cubicBezTo>
                    <a:pt x="34290" y="3705860"/>
                    <a:pt x="0" y="3766820"/>
                    <a:pt x="0" y="3834130"/>
                  </a:cubicBezTo>
                  <a:cubicBezTo>
                    <a:pt x="0" y="3901440"/>
                    <a:pt x="34290" y="3962400"/>
                    <a:pt x="86360" y="3999230"/>
                  </a:cubicBezTo>
                  <a:cubicBezTo>
                    <a:pt x="34290" y="4036060"/>
                    <a:pt x="0" y="4095750"/>
                    <a:pt x="0" y="4164330"/>
                  </a:cubicBezTo>
                  <a:cubicBezTo>
                    <a:pt x="0" y="4232910"/>
                    <a:pt x="34290" y="4292600"/>
                    <a:pt x="86360" y="4329430"/>
                  </a:cubicBezTo>
                  <a:cubicBezTo>
                    <a:pt x="34290" y="4366260"/>
                    <a:pt x="0" y="4425950"/>
                    <a:pt x="0" y="4494530"/>
                  </a:cubicBezTo>
                  <a:cubicBezTo>
                    <a:pt x="0" y="4563110"/>
                    <a:pt x="34290" y="4622800"/>
                    <a:pt x="86360" y="4659630"/>
                  </a:cubicBezTo>
                  <a:cubicBezTo>
                    <a:pt x="34290" y="4696460"/>
                    <a:pt x="0" y="4756150"/>
                    <a:pt x="0" y="4824730"/>
                  </a:cubicBezTo>
                  <a:cubicBezTo>
                    <a:pt x="0" y="4893310"/>
                    <a:pt x="34290" y="4954270"/>
                    <a:pt x="86360" y="4989830"/>
                  </a:cubicBezTo>
                  <a:cubicBezTo>
                    <a:pt x="34290" y="5025390"/>
                    <a:pt x="0" y="5086350"/>
                    <a:pt x="0" y="5154930"/>
                  </a:cubicBezTo>
                  <a:cubicBezTo>
                    <a:pt x="0" y="5223510"/>
                    <a:pt x="34290" y="5283200"/>
                    <a:pt x="86360" y="5320030"/>
                  </a:cubicBezTo>
                  <a:cubicBezTo>
                    <a:pt x="34290" y="5356860"/>
                    <a:pt x="0" y="5416550"/>
                    <a:pt x="0" y="5485130"/>
                  </a:cubicBezTo>
                  <a:cubicBezTo>
                    <a:pt x="0" y="5553710"/>
                    <a:pt x="34290" y="5613400"/>
                    <a:pt x="86360" y="5650230"/>
                  </a:cubicBezTo>
                  <a:cubicBezTo>
                    <a:pt x="34290" y="5687060"/>
                    <a:pt x="0" y="5746750"/>
                    <a:pt x="0" y="5815330"/>
                  </a:cubicBezTo>
                  <a:cubicBezTo>
                    <a:pt x="0" y="5883910"/>
                    <a:pt x="34290" y="5944870"/>
                    <a:pt x="86360" y="5980430"/>
                  </a:cubicBezTo>
                  <a:cubicBezTo>
                    <a:pt x="76200" y="5986780"/>
                    <a:pt x="67310" y="5994400"/>
                    <a:pt x="59690" y="6003290"/>
                  </a:cubicBezTo>
                  <a:cubicBezTo>
                    <a:pt x="22860" y="6041390"/>
                    <a:pt x="0" y="6093460"/>
                    <a:pt x="0" y="6145530"/>
                  </a:cubicBezTo>
                  <a:cubicBezTo>
                    <a:pt x="0" y="6198870"/>
                    <a:pt x="20320" y="6249670"/>
                    <a:pt x="59690" y="6287770"/>
                  </a:cubicBezTo>
                  <a:cubicBezTo>
                    <a:pt x="97790" y="6325870"/>
                    <a:pt x="148590" y="6347460"/>
                    <a:pt x="201930" y="6347460"/>
                  </a:cubicBezTo>
                  <a:cubicBezTo>
                    <a:pt x="256540" y="6347460"/>
                    <a:pt x="307340" y="6325870"/>
                    <a:pt x="344170" y="6287770"/>
                  </a:cubicBezTo>
                  <a:cubicBezTo>
                    <a:pt x="353060" y="6278880"/>
                    <a:pt x="359410" y="6269990"/>
                    <a:pt x="367030" y="6261100"/>
                  </a:cubicBezTo>
                  <a:cubicBezTo>
                    <a:pt x="403860" y="6313170"/>
                    <a:pt x="463550" y="6347460"/>
                    <a:pt x="532130" y="6347460"/>
                  </a:cubicBezTo>
                  <a:cubicBezTo>
                    <a:pt x="600710" y="6347460"/>
                    <a:pt x="660400" y="6313170"/>
                    <a:pt x="697230" y="6261100"/>
                  </a:cubicBezTo>
                  <a:cubicBezTo>
                    <a:pt x="734060" y="6313170"/>
                    <a:pt x="793750" y="6347460"/>
                    <a:pt x="862330" y="6347460"/>
                  </a:cubicBezTo>
                  <a:cubicBezTo>
                    <a:pt x="930910" y="6347460"/>
                    <a:pt x="990600" y="6313170"/>
                    <a:pt x="1027430" y="6261100"/>
                  </a:cubicBezTo>
                  <a:cubicBezTo>
                    <a:pt x="1064260" y="6313170"/>
                    <a:pt x="1123950" y="6347460"/>
                    <a:pt x="1192530" y="6347460"/>
                  </a:cubicBezTo>
                  <a:cubicBezTo>
                    <a:pt x="1261110" y="6347460"/>
                    <a:pt x="1320800" y="6313170"/>
                    <a:pt x="1357630" y="6261100"/>
                  </a:cubicBezTo>
                  <a:cubicBezTo>
                    <a:pt x="1394460" y="6313170"/>
                    <a:pt x="1455420" y="6347460"/>
                    <a:pt x="1522730" y="6347460"/>
                  </a:cubicBezTo>
                  <a:cubicBezTo>
                    <a:pt x="1591310" y="6347460"/>
                    <a:pt x="1651000" y="6313170"/>
                    <a:pt x="1687830" y="6261100"/>
                  </a:cubicBezTo>
                  <a:cubicBezTo>
                    <a:pt x="1724660" y="6313170"/>
                    <a:pt x="1784350" y="6347460"/>
                    <a:pt x="1852930" y="6347460"/>
                  </a:cubicBezTo>
                  <a:cubicBezTo>
                    <a:pt x="1921510" y="6347460"/>
                    <a:pt x="1981200" y="6313170"/>
                    <a:pt x="2018030" y="6261100"/>
                  </a:cubicBezTo>
                  <a:cubicBezTo>
                    <a:pt x="2054860" y="6313170"/>
                    <a:pt x="2114550" y="6347460"/>
                    <a:pt x="2183130" y="6347460"/>
                  </a:cubicBezTo>
                  <a:cubicBezTo>
                    <a:pt x="2251710" y="6347460"/>
                    <a:pt x="2311400" y="6313170"/>
                    <a:pt x="2348230" y="6261100"/>
                  </a:cubicBezTo>
                  <a:cubicBezTo>
                    <a:pt x="2385060" y="6313170"/>
                    <a:pt x="2444750" y="6347460"/>
                    <a:pt x="2513330" y="6347460"/>
                  </a:cubicBezTo>
                  <a:cubicBezTo>
                    <a:pt x="2581910" y="6347460"/>
                    <a:pt x="2642870" y="6313170"/>
                    <a:pt x="2678430" y="6261100"/>
                  </a:cubicBezTo>
                  <a:cubicBezTo>
                    <a:pt x="2715260" y="6313170"/>
                    <a:pt x="2776220" y="6347460"/>
                    <a:pt x="2843530" y="6347460"/>
                  </a:cubicBezTo>
                  <a:cubicBezTo>
                    <a:pt x="2912110" y="6347460"/>
                    <a:pt x="2971800" y="6313170"/>
                    <a:pt x="3008630" y="6261100"/>
                  </a:cubicBezTo>
                  <a:cubicBezTo>
                    <a:pt x="3045460" y="6313170"/>
                    <a:pt x="3105150" y="6347460"/>
                    <a:pt x="3173730" y="6347460"/>
                  </a:cubicBezTo>
                  <a:cubicBezTo>
                    <a:pt x="3242310" y="6347460"/>
                    <a:pt x="3302000" y="6313170"/>
                    <a:pt x="3338830" y="6261100"/>
                  </a:cubicBezTo>
                  <a:cubicBezTo>
                    <a:pt x="3375660" y="6313170"/>
                    <a:pt x="3435350" y="6347460"/>
                    <a:pt x="3503930" y="6347460"/>
                  </a:cubicBezTo>
                  <a:cubicBezTo>
                    <a:pt x="3572510" y="6347460"/>
                    <a:pt x="3632200" y="6313170"/>
                    <a:pt x="3669030" y="6261100"/>
                  </a:cubicBezTo>
                  <a:cubicBezTo>
                    <a:pt x="3705860" y="6313170"/>
                    <a:pt x="3765550" y="6347460"/>
                    <a:pt x="3834130" y="6347460"/>
                  </a:cubicBezTo>
                  <a:cubicBezTo>
                    <a:pt x="3902710" y="6347460"/>
                    <a:pt x="3963670" y="6313170"/>
                    <a:pt x="3999230" y="6261100"/>
                  </a:cubicBezTo>
                  <a:cubicBezTo>
                    <a:pt x="4036060" y="6313170"/>
                    <a:pt x="4095750" y="6347460"/>
                    <a:pt x="4164330" y="6347460"/>
                  </a:cubicBezTo>
                  <a:cubicBezTo>
                    <a:pt x="4232910" y="6347460"/>
                    <a:pt x="4292600" y="6313170"/>
                    <a:pt x="4329430" y="6261100"/>
                  </a:cubicBezTo>
                  <a:cubicBezTo>
                    <a:pt x="4366260" y="6313170"/>
                    <a:pt x="4425950" y="6347460"/>
                    <a:pt x="4494530" y="6347460"/>
                  </a:cubicBezTo>
                  <a:cubicBezTo>
                    <a:pt x="4563110" y="6347460"/>
                    <a:pt x="4622800" y="6313170"/>
                    <a:pt x="4659630" y="6261100"/>
                  </a:cubicBezTo>
                  <a:cubicBezTo>
                    <a:pt x="4696460" y="6313170"/>
                    <a:pt x="4756150" y="6347460"/>
                    <a:pt x="4824730" y="6347460"/>
                  </a:cubicBezTo>
                  <a:cubicBezTo>
                    <a:pt x="4893310" y="6347460"/>
                    <a:pt x="4954270" y="6313170"/>
                    <a:pt x="4989830" y="6261100"/>
                  </a:cubicBezTo>
                  <a:cubicBezTo>
                    <a:pt x="5026660" y="6313170"/>
                    <a:pt x="5087620" y="6347460"/>
                    <a:pt x="5154930" y="6347460"/>
                  </a:cubicBezTo>
                  <a:cubicBezTo>
                    <a:pt x="5223510" y="6347460"/>
                    <a:pt x="5283200" y="6313170"/>
                    <a:pt x="5320030" y="6261100"/>
                  </a:cubicBezTo>
                  <a:cubicBezTo>
                    <a:pt x="5356860" y="6313170"/>
                    <a:pt x="5416550" y="6347460"/>
                    <a:pt x="5485130" y="6347460"/>
                  </a:cubicBezTo>
                  <a:cubicBezTo>
                    <a:pt x="5553710" y="6347460"/>
                    <a:pt x="5613400" y="6313170"/>
                    <a:pt x="5650230" y="6261100"/>
                  </a:cubicBezTo>
                  <a:cubicBezTo>
                    <a:pt x="5687060" y="6313170"/>
                    <a:pt x="5746750" y="6347460"/>
                    <a:pt x="5815330" y="6347460"/>
                  </a:cubicBezTo>
                  <a:cubicBezTo>
                    <a:pt x="5883910" y="6347460"/>
                    <a:pt x="5943600" y="6313170"/>
                    <a:pt x="5980430" y="6261100"/>
                  </a:cubicBezTo>
                  <a:cubicBezTo>
                    <a:pt x="5986780" y="6271260"/>
                    <a:pt x="5994400" y="6280150"/>
                    <a:pt x="6003290" y="6287770"/>
                  </a:cubicBezTo>
                  <a:cubicBezTo>
                    <a:pt x="6041390" y="6325870"/>
                    <a:pt x="6092190" y="6347460"/>
                    <a:pt x="6145530" y="6347460"/>
                  </a:cubicBezTo>
                  <a:cubicBezTo>
                    <a:pt x="6198870" y="6347460"/>
                    <a:pt x="6249670" y="6325870"/>
                    <a:pt x="6287770" y="6287770"/>
                  </a:cubicBezTo>
                  <a:cubicBezTo>
                    <a:pt x="6325870" y="6249670"/>
                    <a:pt x="6347460" y="6198870"/>
                    <a:pt x="6347460" y="6145530"/>
                  </a:cubicBezTo>
                  <a:cubicBezTo>
                    <a:pt x="6347460" y="6092190"/>
                    <a:pt x="6325870" y="6040120"/>
                    <a:pt x="6287770" y="6003290"/>
                  </a:cubicBezTo>
                  <a:cubicBezTo>
                    <a:pt x="6278880" y="5994400"/>
                    <a:pt x="6269990" y="5988050"/>
                    <a:pt x="6261100" y="5980430"/>
                  </a:cubicBezTo>
                  <a:cubicBezTo>
                    <a:pt x="6313170" y="5943600"/>
                    <a:pt x="6347460" y="5883910"/>
                    <a:pt x="6347460" y="5815330"/>
                  </a:cubicBezTo>
                  <a:cubicBezTo>
                    <a:pt x="6347460" y="5746750"/>
                    <a:pt x="6313170" y="5687060"/>
                    <a:pt x="6261100" y="5650230"/>
                  </a:cubicBezTo>
                  <a:cubicBezTo>
                    <a:pt x="6313170" y="5613400"/>
                    <a:pt x="6347460" y="5553710"/>
                    <a:pt x="6347460" y="5485130"/>
                  </a:cubicBezTo>
                  <a:cubicBezTo>
                    <a:pt x="6347460" y="5416550"/>
                    <a:pt x="6313170" y="5356860"/>
                    <a:pt x="6261100" y="5320030"/>
                  </a:cubicBezTo>
                  <a:cubicBezTo>
                    <a:pt x="6313170" y="5283200"/>
                    <a:pt x="6347460" y="5223510"/>
                    <a:pt x="6347460" y="5154930"/>
                  </a:cubicBezTo>
                  <a:cubicBezTo>
                    <a:pt x="6347460" y="5086350"/>
                    <a:pt x="6313170" y="5025390"/>
                    <a:pt x="6261100" y="4989830"/>
                  </a:cubicBezTo>
                  <a:cubicBezTo>
                    <a:pt x="6313170" y="4953000"/>
                    <a:pt x="6347460" y="4892040"/>
                    <a:pt x="6347460" y="4824730"/>
                  </a:cubicBezTo>
                  <a:cubicBezTo>
                    <a:pt x="6347460" y="4756150"/>
                    <a:pt x="6313170" y="4696460"/>
                    <a:pt x="6261100" y="4659630"/>
                  </a:cubicBezTo>
                  <a:cubicBezTo>
                    <a:pt x="6313170" y="4622800"/>
                    <a:pt x="6347460" y="4563110"/>
                    <a:pt x="6347460" y="4494530"/>
                  </a:cubicBezTo>
                  <a:cubicBezTo>
                    <a:pt x="6347460" y="4425950"/>
                    <a:pt x="6313170" y="4366260"/>
                    <a:pt x="6261100" y="4329430"/>
                  </a:cubicBezTo>
                  <a:cubicBezTo>
                    <a:pt x="6313170" y="4292600"/>
                    <a:pt x="6347460" y="4232910"/>
                    <a:pt x="6347460" y="4164330"/>
                  </a:cubicBezTo>
                  <a:cubicBezTo>
                    <a:pt x="6347460" y="4095750"/>
                    <a:pt x="6313170" y="4036060"/>
                    <a:pt x="6261100" y="3999230"/>
                  </a:cubicBezTo>
                  <a:cubicBezTo>
                    <a:pt x="6313170" y="3962400"/>
                    <a:pt x="6347460" y="3901440"/>
                    <a:pt x="6347460" y="3834130"/>
                  </a:cubicBezTo>
                  <a:cubicBezTo>
                    <a:pt x="6347460" y="3765550"/>
                    <a:pt x="6313170" y="3704590"/>
                    <a:pt x="6261100" y="3669030"/>
                  </a:cubicBezTo>
                  <a:cubicBezTo>
                    <a:pt x="6313170" y="3632200"/>
                    <a:pt x="6347460" y="3572510"/>
                    <a:pt x="6347460" y="3503930"/>
                  </a:cubicBezTo>
                  <a:cubicBezTo>
                    <a:pt x="6347460" y="3435350"/>
                    <a:pt x="6313170" y="3375660"/>
                    <a:pt x="6261100" y="3338830"/>
                  </a:cubicBezTo>
                  <a:cubicBezTo>
                    <a:pt x="6313170" y="3302000"/>
                    <a:pt x="6347460" y="3242310"/>
                    <a:pt x="6347460" y="3173730"/>
                  </a:cubicBezTo>
                  <a:cubicBezTo>
                    <a:pt x="6347460" y="3105150"/>
                    <a:pt x="6313170" y="3045460"/>
                    <a:pt x="6261100" y="3008630"/>
                  </a:cubicBezTo>
                  <a:cubicBezTo>
                    <a:pt x="6313170" y="2971800"/>
                    <a:pt x="6347460" y="2912110"/>
                    <a:pt x="6347460" y="2843530"/>
                  </a:cubicBezTo>
                  <a:cubicBezTo>
                    <a:pt x="6347460" y="2774950"/>
                    <a:pt x="6313170" y="2713990"/>
                    <a:pt x="6261100" y="2678430"/>
                  </a:cubicBezTo>
                  <a:cubicBezTo>
                    <a:pt x="6313170" y="2641600"/>
                    <a:pt x="6347460" y="2580640"/>
                    <a:pt x="6347460" y="2513330"/>
                  </a:cubicBezTo>
                  <a:cubicBezTo>
                    <a:pt x="6347460" y="2444750"/>
                    <a:pt x="6313170" y="2383790"/>
                    <a:pt x="6261100" y="2348230"/>
                  </a:cubicBezTo>
                  <a:cubicBezTo>
                    <a:pt x="6313170" y="2311400"/>
                    <a:pt x="6347460" y="2251710"/>
                    <a:pt x="6347460" y="2183130"/>
                  </a:cubicBezTo>
                  <a:cubicBezTo>
                    <a:pt x="6347460" y="2114550"/>
                    <a:pt x="6313170" y="2054860"/>
                    <a:pt x="6261100" y="2018030"/>
                  </a:cubicBezTo>
                  <a:cubicBezTo>
                    <a:pt x="6313170" y="1981200"/>
                    <a:pt x="6347460" y="1921510"/>
                    <a:pt x="6347460" y="1852930"/>
                  </a:cubicBezTo>
                  <a:cubicBezTo>
                    <a:pt x="6347460" y="1784350"/>
                    <a:pt x="6313170" y="1724660"/>
                    <a:pt x="6261100" y="1687830"/>
                  </a:cubicBezTo>
                  <a:cubicBezTo>
                    <a:pt x="6313170" y="1651000"/>
                    <a:pt x="6347460" y="1591310"/>
                    <a:pt x="6347460" y="1522730"/>
                  </a:cubicBezTo>
                  <a:cubicBezTo>
                    <a:pt x="6347460" y="1454150"/>
                    <a:pt x="6313170" y="1393190"/>
                    <a:pt x="6261100" y="1357630"/>
                  </a:cubicBezTo>
                  <a:cubicBezTo>
                    <a:pt x="6313170" y="1322070"/>
                    <a:pt x="6347460" y="1261110"/>
                    <a:pt x="6347460" y="1192530"/>
                  </a:cubicBezTo>
                  <a:cubicBezTo>
                    <a:pt x="6347460" y="1123950"/>
                    <a:pt x="6313170" y="1064260"/>
                    <a:pt x="6261100" y="1027430"/>
                  </a:cubicBezTo>
                  <a:cubicBezTo>
                    <a:pt x="6313170" y="990600"/>
                    <a:pt x="6347460" y="930910"/>
                    <a:pt x="6347460" y="862330"/>
                  </a:cubicBezTo>
                  <a:cubicBezTo>
                    <a:pt x="6347460" y="793750"/>
                    <a:pt x="6313170" y="734060"/>
                    <a:pt x="6261100" y="697230"/>
                  </a:cubicBezTo>
                  <a:cubicBezTo>
                    <a:pt x="6315710" y="660400"/>
                    <a:pt x="6350000" y="600710"/>
                    <a:pt x="6350000" y="532130"/>
                  </a:cubicBezTo>
                  <a:close/>
                </a:path>
              </a:pathLst>
            </a:custGeom>
            <a:solidFill>
              <a:srgbClr val="DB991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58140" y="358140"/>
              <a:ext cx="5632450" cy="5633720"/>
            </a:xfrm>
            <a:custGeom>
              <a:avLst/>
              <a:gdLst/>
              <a:ahLst/>
              <a:cxnLst/>
              <a:rect r="r" b="b" t="t" l="l"/>
              <a:pathLst>
                <a:path h="5633720" w="5632450">
                  <a:moveTo>
                    <a:pt x="0" y="0"/>
                  </a:moveTo>
                  <a:lnTo>
                    <a:pt x="5632450" y="0"/>
                  </a:lnTo>
                  <a:lnTo>
                    <a:pt x="5632450" y="5633720"/>
                  </a:lnTo>
                  <a:lnTo>
                    <a:pt x="0" y="5633720"/>
                  </a:lnTo>
                  <a:close/>
                </a:path>
              </a:pathLst>
            </a:custGeom>
            <a:blipFill>
              <a:blip r:embed="rId8"/>
              <a:stretch>
                <a:fillRect l="-1097" t="0" r="-1097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413298" y="2632181"/>
            <a:ext cx="2114140" cy="1660561"/>
          </a:xfrm>
          <a:custGeom>
            <a:avLst/>
            <a:gdLst/>
            <a:ahLst/>
            <a:cxnLst/>
            <a:rect r="r" b="b" t="t" l="l"/>
            <a:pathLst>
              <a:path h="1660561" w="2114140">
                <a:moveTo>
                  <a:pt x="0" y="0"/>
                </a:moveTo>
                <a:lnTo>
                  <a:pt x="2114140" y="0"/>
                </a:lnTo>
                <a:lnTo>
                  <a:pt x="2114140" y="1660560"/>
                </a:lnTo>
                <a:lnTo>
                  <a:pt x="0" y="16605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7424846" y="1860677"/>
            <a:ext cx="1708924" cy="2856865"/>
          </a:xfrm>
          <a:custGeom>
            <a:avLst/>
            <a:gdLst/>
            <a:ahLst/>
            <a:cxnLst/>
            <a:rect r="r" b="b" t="t" l="l"/>
            <a:pathLst>
              <a:path h="2856865" w="1708924">
                <a:moveTo>
                  <a:pt x="0" y="0"/>
                </a:moveTo>
                <a:lnTo>
                  <a:pt x="1708924" y="0"/>
                </a:lnTo>
                <a:lnTo>
                  <a:pt x="1708924" y="2856865"/>
                </a:lnTo>
                <a:lnTo>
                  <a:pt x="0" y="28568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170599" y="4292741"/>
            <a:ext cx="4318081" cy="4667306"/>
            <a:chOff x="0" y="0"/>
            <a:chExt cx="6328410" cy="6840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0170" y="110490"/>
              <a:ext cx="6150610" cy="6623050"/>
            </a:xfrm>
            <a:custGeom>
              <a:avLst/>
              <a:gdLst/>
              <a:ahLst/>
              <a:cxnLst/>
              <a:rect r="r" b="b" t="t" l="l"/>
              <a:pathLst>
                <a:path h="6623050" w="6150610">
                  <a:moveTo>
                    <a:pt x="0" y="2106930"/>
                  </a:moveTo>
                  <a:lnTo>
                    <a:pt x="737870" y="6623050"/>
                  </a:lnTo>
                  <a:lnTo>
                    <a:pt x="5237480" y="5972810"/>
                  </a:lnTo>
                  <a:lnTo>
                    <a:pt x="6150610" y="2874010"/>
                  </a:lnTo>
                  <a:lnTo>
                    <a:pt x="5609590" y="0"/>
                  </a:lnTo>
                  <a:lnTo>
                    <a:pt x="0" y="2106930"/>
                  </a:lnTo>
                  <a:close/>
                </a:path>
              </a:pathLst>
            </a:custGeom>
            <a:blipFill>
              <a:blip r:embed="rId13"/>
              <a:stretch>
                <a:fillRect l="-3840" t="0" r="-384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28410" cy="6840220"/>
            </a:xfrm>
            <a:custGeom>
              <a:avLst/>
              <a:gdLst/>
              <a:ahLst/>
              <a:cxnLst/>
              <a:rect r="r" b="b" t="t" l="l"/>
              <a:pathLst>
                <a:path h="6840220" w="6328410">
                  <a:moveTo>
                    <a:pt x="0" y="2156460"/>
                  </a:moveTo>
                  <a:lnTo>
                    <a:pt x="744220" y="6840220"/>
                  </a:lnTo>
                  <a:lnTo>
                    <a:pt x="5415280" y="6183630"/>
                  </a:lnTo>
                  <a:lnTo>
                    <a:pt x="6328410" y="2984500"/>
                  </a:lnTo>
                  <a:lnTo>
                    <a:pt x="5822950" y="0"/>
                  </a:lnTo>
                  <a:lnTo>
                    <a:pt x="0" y="2156460"/>
                  </a:lnTo>
                  <a:close/>
                  <a:moveTo>
                    <a:pt x="6144260" y="3022600"/>
                  </a:moveTo>
                  <a:lnTo>
                    <a:pt x="5252720" y="6024880"/>
                  </a:lnTo>
                  <a:lnTo>
                    <a:pt x="927100" y="6642100"/>
                  </a:lnTo>
                  <a:lnTo>
                    <a:pt x="210820" y="2200910"/>
                  </a:lnTo>
                  <a:lnTo>
                    <a:pt x="5684520" y="200660"/>
                  </a:lnTo>
                  <a:lnTo>
                    <a:pt x="6144260" y="30226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28410" cy="6183630"/>
            </a:xfrm>
            <a:custGeom>
              <a:avLst/>
              <a:gdLst/>
              <a:ahLst/>
              <a:cxnLst/>
              <a:rect r="r" b="b" t="t" l="l"/>
              <a:pathLst>
                <a:path h="6183630" w="6328410">
                  <a:moveTo>
                    <a:pt x="6240780" y="1252220"/>
                  </a:moveTo>
                  <a:lnTo>
                    <a:pt x="458470" y="3413760"/>
                  </a:lnTo>
                  <a:lnTo>
                    <a:pt x="0" y="2156460"/>
                  </a:lnTo>
                  <a:lnTo>
                    <a:pt x="5824220" y="0"/>
                  </a:lnTo>
                  <a:lnTo>
                    <a:pt x="6240780" y="1252220"/>
                  </a:lnTo>
                  <a:close/>
                  <a:moveTo>
                    <a:pt x="4221480" y="5779770"/>
                  </a:moveTo>
                  <a:lnTo>
                    <a:pt x="5415280" y="6183630"/>
                  </a:lnTo>
                  <a:lnTo>
                    <a:pt x="6328410" y="2984500"/>
                  </a:lnTo>
                  <a:lnTo>
                    <a:pt x="4221480" y="57797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-154579">
            <a:off x="2675573" y="8572790"/>
            <a:ext cx="6454281" cy="774514"/>
          </a:xfrm>
          <a:custGeom>
            <a:avLst/>
            <a:gdLst/>
            <a:ahLst/>
            <a:cxnLst/>
            <a:rect r="r" b="b" t="t" l="l"/>
            <a:pathLst>
              <a:path h="774514" w="6454281">
                <a:moveTo>
                  <a:pt x="0" y="0"/>
                </a:moveTo>
                <a:lnTo>
                  <a:pt x="6454282" y="0"/>
                </a:lnTo>
                <a:lnTo>
                  <a:pt x="6454282" y="774514"/>
                </a:lnTo>
                <a:lnTo>
                  <a:pt x="0" y="774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004549" y="2973142"/>
            <a:ext cx="2385299" cy="2385299"/>
            <a:chOff x="0" y="0"/>
            <a:chExt cx="19050000" cy="190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41564" y="780669"/>
              <a:ext cx="17566872" cy="17488662"/>
            </a:xfrm>
            <a:custGeom>
              <a:avLst/>
              <a:gdLst/>
              <a:ahLst/>
              <a:cxnLst/>
              <a:rect r="r" b="b" t="t" l="l"/>
              <a:pathLst>
                <a:path h="17488662" w="17566872">
                  <a:moveTo>
                    <a:pt x="8783436" y="88"/>
                  </a:moveTo>
                  <a:cubicBezTo>
                    <a:pt x="5650103" y="-13925"/>
                    <a:pt x="2748769" y="1649647"/>
                    <a:pt x="1178044" y="4360882"/>
                  </a:cubicBezTo>
                  <a:cubicBezTo>
                    <a:pt x="-392682" y="7072116"/>
                    <a:pt x="-392682" y="10416545"/>
                    <a:pt x="1178044" y="13127780"/>
                  </a:cubicBezTo>
                  <a:cubicBezTo>
                    <a:pt x="2748769" y="15839014"/>
                    <a:pt x="5650103" y="17502587"/>
                    <a:pt x="8783436" y="17488574"/>
                  </a:cubicBezTo>
                  <a:cubicBezTo>
                    <a:pt x="11916769" y="17502587"/>
                    <a:pt x="14818102" y="15839014"/>
                    <a:pt x="16388828" y="13127780"/>
                  </a:cubicBezTo>
                  <a:cubicBezTo>
                    <a:pt x="17959553" y="10416545"/>
                    <a:pt x="17959553" y="7072116"/>
                    <a:pt x="16388828" y="4360882"/>
                  </a:cubicBezTo>
                  <a:cubicBezTo>
                    <a:pt x="14818102" y="1649647"/>
                    <a:pt x="11916769" y="-13925"/>
                    <a:pt x="8783436" y="88"/>
                  </a:cubicBezTo>
                  <a:close/>
                </a:path>
              </a:pathLst>
            </a:custGeom>
            <a:blipFill>
              <a:blip r:embed="rId16"/>
              <a:stretch>
                <a:fillRect l="223" t="0" r="22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-2302869">
            <a:off x="797296" y="7068548"/>
            <a:ext cx="1806252" cy="3196907"/>
          </a:xfrm>
          <a:custGeom>
            <a:avLst/>
            <a:gdLst/>
            <a:ahLst/>
            <a:cxnLst/>
            <a:rect r="r" b="b" t="t" l="l"/>
            <a:pathLst>
              <a:path h="3196907" w="1806252">
                <a:moveTo>
                  <a:pt x="0" y="0"/>
                </a:moveTo>
                <a:lnTo>
                  <a:pt x="1806252" y="0"/>
                </a:lnTo>
                <a:lnTo>
                  <a:pt x="1806252" y="3196907"/>
                </a:lnTo>
                <a:lnTo>
                  <a:pt x="0" y="31969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413298" y="1114425"/>
            <a:ext cx="9648676" cy="83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  <a:spcBef>
                <a:spcPct val="0"/>
              </a:spcBef>
            </a:pPr>
            <a:r>
              <a:rPr lang="en-US" sz="617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Beneficios del curso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01019" y="5310817"/>
            <a:ext cx="6899714" cy="259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416" indent="-227708" lvl="1">
              <a:lnSpc>
                <a:spcPts val="2953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Mejora la creatividad.</a:t>
            </a:r>
          </a:p>
          <a:p>
            <a:pPr algn="l" marL="455416" indent="-227708" lvl="1">
              <a:lnSpc>
                <a:spcPts val="2953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Desarrolla la concentr</a:t>
            </a: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ación.</a:t>
            </a:r>
          </a:p>
          <a:p>
            <a:pPr algn="l" marL="455416" indent="-227708" lvl="1">
              <a:lnSpc>
                <a:spcPts val="2953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Reduce el estrés.</a:t>
            </a:r>
          </a:p>
          <a:p>
            <a:pPr algn="l" marL="455416" indent="-227708" lvl="1">
              <a:lnSpc>
                <a:spcPts val="2953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Fortalece la motricidad fina.</a:t>
            </a:r>
          </a:p>
          <a:p>
            <a:pPr algn="l" marL="455416" indent="-227708" lvl="1">
              <a:lnSpc>
                <a:spcPts val="2953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Aumenta la confianza en las habilidades artísticas.</a:t>
            </a:r>
          </a:p>
          <a:p>
            <a:pPr algn="ctr">
              <a:lnSpc>
                <a:spcPts val="295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1832" y="800617"/>
            <a:ext cx="16384336" cy="9115649"/>
          </a:xfrm>
          <a:custGeom>
            <a:avLst/>
            <a:gdLst/>
            <a:ahLst/>
            <a:cxnLst/>
            <a:rect r="r" b="b" t="t" l="l"/>
            <a:pathLst>
              <a:path h="9115649" w="16384336">
                <a:moveTo>
                  <a:pt x="0" y="0"/>
                </a:moveTo>
                <a:lnTo>
                  <a:pt x="16384336" y="0"/>
                </a:lnTo>
                <a:lnTo>
                  <a:pt x="16384336" y="9115649"/>
                </a:lnTo>
                <a:lnTo>
                  <a:pt x="0" y="91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4711" y="3259302"/>
            <a:ext cx="4614625" cy="1191412"/>
          </a:xfrm>
          <a:custGeom>
            <a:avLst/>
            <a:gdLst/>
            <a:ahLst/>
            <a:cxnLst/>
            <a:rect r="r" b="b" t="t" l="l"/>
            <a:pathLst>
              <a:path h="1191412" w="4614625">
                <a:moveTo>
                  <a:pt x="0" y="0"/>
                </a:moveTo>
                <a:lnTo>
                  <a:pt x="4614625" y="0"/>
                </a:lnTo>
                <a:lnTo>
                  <a:pt x="4614625" y="1191413"/>
                </a:lnTo>
                <a:lnTo>
                  <a:pt x="0" y="1191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4623135" y="6528710"/>
            <a:ext cx="4127285" cy="1052458"/>
          </a:xfrm>
          <a:custGeom>
            <a:avLst/>
            <a:gdLst/>
            <a:ahLst/>
            <a:cxnLst/>
            <a:rect r="r" b="b" t="t" l="l"/>
            <a:pathLst>
              <a:path h="1052458" w="4127285">
                <a:moveTo>
                  <a:pt x="0" y="0"/>
                </a:moveTo>
                <a:lnTo>
                  <a:pt x="4127285" y="0"/>
                </a:lnTo>
                <a:lnTo>
                  <a:pt x="4127285" y="1052458"/>
                </a:lnTo>
                <a:lnTo>
                  <a:pt x="0" y="1052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32177" y="2966152"/>
            <a:ext cx="5828372" cy="5605834"/>
          </a:xfrm>
          <a:custGeom>
            <a:avLst/>
            <a:gdLst/>
            <a:ahLst/>
            <a:cxnLst/>
            <a:rect r="r" b="b" t="t" l="l"/>
            <a:pathLst>
              <a:path h="5605834" w="5828372">
                <a:moveTo>
                  <a:pt x="0" y="0"/>
                </a:moveTo>
                <a:lnTo>
                  <a:pt x="5828372" y="0"/>
                </a:lnTo>
                <a:lnTo>
                  <a:pt x="5828372" y="5605834"/>
                </a:lnTo>
                <a:lnTo>
                  <a:pt x="0" y="56058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49340" y="2992797"/>
            <a:ext cx="6994046" cy="5033224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-8596349">
            <a:off x="4936939" y="6795226"/>
            <a:ext cx="2204332" cy="4280257"/>
          </a:xfrm>
          <a:custGeom>
            <a:avLst/>
            <a:gdLst/>
            <a:ahLst/>
            <a:cxnLst/>
            <a:rect r="r" b="b" t="t" l="l"/>
            <a:pathLst>
              <a:path h="4280257" w="2204332">
                <a:moveTo>
                  <a:pt x="0" y="0"/>
                </a:moveTo>
                <a:lnTo>
                  <a:pt x="2204332" y="0"/>
                </a:lnTo>
                <a:lnTo>
                  <a:pt x="2204332" y="4280257"/>
                </a:lnTo>
                <a:lnTo>
                  <a:pt x="0" y="42802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90485" y="1563415"/>
            <a:ext cx="1975984" cy="1480191"/>
          </a:xfrm>
          <a:custGeom>
            <a:avLst/>
            <a:gdLst/>
            <a:ahLst/>
            <a:cxnLst/>
            <a:rect r="r" b="b" t="t" l="l"/>
            <a:pathLst>
              <a:path h="1480191" w="1975984">
                <a:moveTo>
                  <a:pt x="0" y="0"/>
                </a:moveTo>
                <a:lnTo>
                  <a:pt x="1975983" y="0"/>
                </a:lnTo>
                <a:lnTo>
                  <a:pt x="1975983" y="1480192"/>
                </a:lnTo>
                <a:lnTo>
                  <a:pt x="0" y="1480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70168" y="3658488"/>
            <a:ext cx="553328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9"/>
              </a:lnSpc>
            </a:pPr>
            <a:r>
              <a:rPr lang="en-US" sz="5499">
                <a:solidFill>
                  <a:srgbClr val="000000"/>
                </a:solidFill>
                <a:latin typeface="Balmy"/>
                <a:ea typeface="Balmy"/>
                <a:cs typeface="Balmy"/>
                <a:sym typeface="Balmy"/>
              </a:rPr>
              <a:t>MENSAJE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5868" y="5095875"/>
            <a:ext cx="7128132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“Cada pincelada es un paso hacia adelante. No importa la experiencia que tengas, aquí encontrarás un espacio para crear, aprender y descubrir todo lo que eres capaz de lograr.”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🎨 ¡Anímate a llenar tu vida de color, creatividad y nuevas oportunidades! 🌈✨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Porque cada obra de arte cuenta una historia y la próxima puede ser la tuya. 💙🖌️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3553142">
            <a:off x="1035904" y="87457"/>
            <a:ext cx="1408670" cy="2493221"/>
          </a:xfrm>
          <a:custGeom>
            <a:avLst/>
            <a:gdLst/>
            <a:ahLst/>
            <a:cxnLst/>
            <a:rect r="r" b="b" t="t" l="l"/>
            <a:pathLst>
              <a:path h="2493221" w="1408670">
                <a:moveTo>
                  <a:pt x="0" y="0"/>
                </a:moveTo>
                <a:lnTo>
                  <a:pt x="1408671" y="0"/>
                </a:lnTo>
                <a:lnTo>
                  <a:pt x="1408671" y="2493221"/>
                </a:lnTo>
                <a:lnTo>
                  <a:pt x="0" y="24932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DAHMLwG8ses</dc:identifier>
  <dcterms:modified xsi:type="dcterms:W3CDTF">2011-08-01T06:04:30Z</dcterms:modified>
  <cp:revision>1</cp:revision>
  <dc:title>presentacion de notas de papel juvenil rosado</dc:title>
</cp:coreProperties>
</file>